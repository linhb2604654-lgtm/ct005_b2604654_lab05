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9" r:id="rId3"/>
    <p:sldId id="262" r:id="rId4"/>
    <p:sldId id="263" r:id="rId5"/>
    <p:sldId id="264" r:id="rId6"/>
    <p:sldId id="261" r:id="rId7"/>
    <p:sldId id="265" r:id="rId8"/>
    <p:sldId id="266" r:id="rId9"/>
  </p:sldIdLst>
  <p:sldSz cx="12192000" cy="6858000"/>
  <p:notesSz cx="6858000" cy="9144000"/>
  <p:embeddedFontLst>
    <p:embeddedFont>
      <p:font typeface="Barlow" panose="00000500000000000000" pitchFamily="2" charset="0"/>
      <p:regular r:id="rId10"/>
      <p:bold r:id="rId11"/>
      <p:italic r:id="rId12"/>
      <p:boldItalic r:id="rId13"/>
    </p:embeddedFont>
    <p:embeddedFont>
      <p:font typeface="K2D" panose="00000500000000000000" pitchFamily="2" charset="-34"/>
      <p:regular r:id="rId14"/>
      <p:bold r:id="rId15"/>
      <p:italic r:id="rId16"/>
      <p:boldItalic r:id="rId17"/>
    </p:embeddedFont>
    <p:embeddedFont>
      <p:font typeface="Readex Pro" panose="020B0604020202020204" charset="-78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E613DE-AD9E-4824-B4A6-CB9D6EEB53E0}" v="85" dt="2026-09-24T15:48:31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89" d="100"/>
          <a:sy n="89" d="100"/>
        </p:scale>
        <p:origin x="56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Dinh Hoang Linh - B2604654" userId="98c3aea1-d824-4d1d-9da9-c3c633940865" providerId="ADAL" clId="{0460CF46-375B-424A-93E5-36B8E95E376B}"/>
    <pc:docChg chg="modSld sldOrd">
      <pc:chgData name="Huynh Dinh Hoang Linh - B2604654" userId="98c3aea1-d824-4d1d-9da9-c3c633940865" providerId="ADAL" clId="{0460CF46-375B-424A-93E5-36B8E95E376B}" dt="2026-09-24T15:48:31.030" v="80"/>
      <pc:docMkLst>
        <pc:docMk/>
      </pc:docMkLst>
      <pc:sldChg chg="modTransition modAnim">
        <pc:chgData name="Huynh Dinh Hoang Linh - B2604654" userId="98c3aea1-d824-4d1d-9da9-c3c633940865" providerId="ADAL" clId="{0460CF46-375B-424A-93E5-36B8E95E376B}" dt="2026-09-24T15:35:23.047" v="55"/>
        <pc:sldMkLst>
          <pc:docMk/>
          <pc:sldMk cId="520877064" sldId="256"/>
        </pc:sldMkLst>
      </pc:sldChg>
      <pc:sldChg chg="ord modTransition modAnim">
        <pc:chgData name="Huynh Dinh Hoang Linh - B2604654" userId="98c3aea1-d824-4d1d-9da9-c3c633940865" providerId="ADAL" clId="{0460CF46-375B-424A-93E5-36B8E95E376B}" dt="2026-09-24T15:35:37.912" v="58"/>
        <pc:sldMkLst>
          <pc:docMk/>
          <pc:sldMk cId="2706205863" sldId="259"/>
        </pc:sldMkLst>
      </pc:sldChg>
      <pc:sldChg chg="modTransition modAnim">
        <pc:chgData name="Huynh Dinh Hoang Linh - B2604654" userId="98c3aea1-d824-4d1d-9da9-c3c633940865" providerId="ADAL" clId="{0460CF46-375B-424A-93E5-36B8E95E376B}" dt="2026-09-24T15:36:07.396" v="65"/>
        <pc:sldMkLst>
          <pc:docMk/>
          <pc:sldMk cId="131648227" sldId="261"/>
        </pc:sldMkLst>
      </pc:sldChg>
      <pc:sldChg chg="modTransition modAnim">
        <pc:chgData name="Huynh Dinh Hoang Linh - B2604654" userId="98c3aea1-d824-4d1d-9da9-c3c633940865" providerId="ADAL" clId="{0460CF46-375B-424A-93E5-36B8E95E376B}" dt="2026-09-24T15:35:46.977" v="60"/>
        <pc:sldMkLst>
          <pc:docMk/>
          <pc:sldMk cId="4279362772" sldId="262"/>
        </pc:sldMkLst>
      </pc:sldChg>
      <pc:sldChg chg="modTransition modAnim">
        <pc:chgData name="Huynh Dinh Hoang Linh - B2604654" userId="98c3aea1-d824-4d1d-9da9-c3c633940865" providerId="ADAL" clId="{0460CF46-375B-424A-93E5-36B8E95E376B}" dt="2026-09-24T15:35:55.485" v="62"/>
        <pc:sldMkLst>
          <pc:docMk/>
          <pc:sldMk cId="1570130338" sldId="263"/>
        </pc:sldMkLst>
      </pc:sldChg>
      <pc:sldChg chg="modTransition modAnim">
        <pc:chgData name="Huynh Dinh Hoang Linh - B2604654" userId="98c3aea1-d824-4d1d-9da9-c3c633940865" providerId="ADAL" clId="{0460CF46-375B-424A-93E5-36B8E95E376B}" dt="2026-09-24T15:36:02.714" v="64"/>
        <pc:sldMkLst>
          <pc:docMk/>
          <pc:sldMk cId="1549703543" sldId="264"/>
        </pc:sldMkLst>
      </pc:sldChg>
      <pc:sldChg chg="addSp modSp ord modTransition modAnim">
        <pc:chgData name="Huynh Dinh Hoang Linh - B2604654" userId="98c3aea1-d824-4d1d-9da9-c3c633940865" providerId="ADAL" clId="{0460CF46-375B-424A-93E5-36B8E95E376B}" dt="2026-09-24T15:48:31.030" v="80"/>
        <pc:sldMkLst>
          <pc:docMk/>
          <pc:sldMk cId="2923905275" sldId="265"/>
        </pc:sldMkLst>
        <pc:spChg chg="add mod">
          <ac:chgData name="Huynh Dinh Hoang Linh - B2604654" userId="98c3aea1-d824-4d1d-9da9-c3c633940865" providerId="ADAL" clId="{0460CF46-375B-424A-93E5-36B8E95E376B}" dt="2026-09-24T15:41:11.865" v="72" actId="767"/>
          <ac:spMkLst>
            <pc:docMk/>
            <pc:sldMk cId="2923905275" sldId="265"/>
            <ac:spMk id="8" creationId="{3A6EAF04-D128-4FB1-7A8F-D703589A76A8}"/>
          </ac:spMkLst>
        </pc:spChg>
        <pc:spChg chg="mod">
          <ac:chgData name="Huynh Dinh Hoang Linh - B2604654" userId="98c3aea1-d824-4d1d-9da9-c3c633940865" providerId="ADAL" clId="{0460CF46-375B-424A-93E5-36B8E95E376B}" dt="2026-09-24T15:47:07.869" v="76"/>
          <ac:spMkLst>
            <pc:docMk/>
            <pc:sldMk cId="2923905275" sldId="265"/>
            <ac:spMk id="11" creationId="{5BDF41C1-EC67-F62E-26DD-6D620BD19E28}"/>
          </ac:spMkLst>
        </pc:spChg>
      </pc:sldChg>
      <pc:sldChg chg="addSp modSp ord modTransition modAnim">
        <pc:chgData name="Huynh Dinh Hoang Linh - B2604654" userId="98c3aea1-d824-4d1d-9da9-c3c633940865" providerId="ADAL" clId="{0460CF46-375B-424A-93E5-36B8E95E376B}" dt="2026-09-24T15:48:23.044" v="79"/>
        <pc:sldMkLst>
          <pc:docMk/>
          <pc:sldMk cId="730929982" sldId="266"/>
        </pc:sldMkLst>
        <pc:spChg chg="add mod">
          <ac:chgData name="Huynh Dinh Hoang Linh - B2604654" userId="98c3aea1-d824-4d1d-9da9-c3c633940865" providerId="ADAL" clId="{0460CF46-375B-424A-93E5-36B8E95E376B}" dt="2026-09-24T15:45:12.224" v="75" actId="767"/>
          <ac:spMkLst>
            <pc:docMk/>
            <pc:sldMk cId="730929982" sldId="266"/>
            <ac:spMk id="12" creationId="{AD5351D6-2B71-701A-4035-AAE3BC36A338}"/>
          </ac:spMkLst>
        </pc:spChg>
        <pc:spChg chg="mod">
          <ac:chgData name="Huynh Dinh Hoang Linh - B2604654" userId="98c3aea1-d824-4d1d-9da9-c3c633940865" providerId="ADAL" clId="{0460CF46-375B-424A-93E5-36B8E95E376B}" dt="2026-09-24T15:47:30.266" v="77"/>
          <ac:spMkLst>
            <pc:docMk/>
            <pc:sldMk cId="730929982" sldId="266"/>
            <ac:spMk id="13" creationId="{9C202A46-C054-0502-2A36-231F5B607608}"/>
          </ac:spMkLst>
        </pc:spChg>
        <pc:graphicFrameChg chg="add mod">
          <ac:chgData name="Huynh Dinh Hoang Linh - B2604654" userId="98c3aea1-d824-4d1d-9da9-c3c633940865" providerId="ADAL" clId="{0460CF46-375B-424A-93E5-36B8E95E376B}" dt="2026-09-24T15:23:39.414" v="4" actId="572"/>
          <ac:graphicFrameMkLst>
            <pc:docMk/>
            <pc:sldMk cId="730929982" sldId="266"/>
            <ac:graphicFrameMk id="4" creationId="{90FF711E-B3DC-596C-C832-B0D227ECD50D}"/>
          </ac:graphicFrameMkLst>
        </pc:graphicFrameChg>
        <pc:graphicFrameChg chg="add mod">
          <ac:chgData name="Huynh Dinh Hoang Linh - B2604654" userId="98c3aea1-d824-4d1d-9da9-c3c633940865" providerId="ADAL" clId="{0460CF46-375B-424A-93E5-36B8E95E376B}" dt="2026-09-24T15:24:12.263" v="6"/>
          <ac:graphicFrameMkLst>
            <pc:docMk/>
            <pc:sldMk cId="730929982" sldId="266"/>
            <ac:graphicFrameMk id="5" creationId="{DECA3466-898D-B500-EEC1-31980E535F74}"/>
          </ac:graphicFrameMkLst>
        </pc:graphicFrameChg>
        <pc:graphicFrameChg chg="mod">
          <ac:chgData name="Huynh Dinh Hoang Linh - B2604654" userId="98c3aea1-d824-4d1d-9da9-c3c633940865" providerId="ADAL" clId="{0460CF46-375B-424A-93E5-36B8E95E376B}" dt="2026-09-24T15:30:31.352" v="28"/>
          <ac:graphicFrameMkLst>
            <pc:docMk/>
            <pc:sldMk cId="730929982" sldId="266"/>
            <ac:graphicFrameMk id="8" creationId="{8334393B-9053-11E8-2A68-BCAD2A67F7DF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 dirty="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 dirty="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 dirty="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 dirty="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 dirty="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 dirty="0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 dirty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 dirty="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 dirty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 dirty="0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 dirty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 err="1"/>
              <a:t>Chèn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9/24/2026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45E41-A1AF-488B-B0BD-65F8B7FDA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1086929"/>
            <a:ext cx="11205713" cy="2077873"/>
          </a:xfrm>
        </p:spPr>
        <p:txBody>
          <a:bodyPr/>
          <a:lstStyle/>
          <a:p>
            <a:r>
              <a:rPr lang="vi-VN" dirty="0"/>
              <a:t>Bố Cục Một Bài Thuyết Trình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537F2-C3B5-487E-AF04-318467A15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506" y="3693199"/>
            <a:ext cx="11205713" cy="1036706"/>
          </a:xfrm>
        </p:spPr>
        <p:txBody>
          <a:bodyPr/>
          <a:lstStyle/>
          <a:p>
            <a:r>
              <a:rPr lang="vi-VN" dirty="0"/>
              <a:t>ThS. Họ Và Tên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7A67E-F5E5-4E62-AFA1-B5747C25AE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vi-VN" dirty="0"/>
              <a:t>Trích từ tủ sách Khoa Học VLOS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87706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Giới Thiệu 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Phần Mở Đầu :</a:t>
            </a:r>
          </a:p>
          <a:p>
            <a:r>
              <a:rPr lang="vi-VN" dirty="0"/>
              <a:t>	- Cần đạt mục đích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Phần chính :</a:t>
            </a:r>
          </a:p>
          <a:p>
            <a:r>
              <a:rPr lang="vi-VN" dirty="0"/>
              <a:t>	- Đưa ra giải pháp , ý kiến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Phần kết :</a:t>
            </a:r>
          </a:p>
          <a:p>
            <a:r>
              <a:rPr lang="vi-VN" dirty="0"/>
              <a:t>	- Tóm tắt các nội dung đã trình bày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7FF7-2DC6-96B7-976B-1415A118A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F922-069B-22F0-80AF-30F51A3B4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Phần Mở Đầu 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7BCB-735D-4AC3-7698-F0CBBDF84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Thu hút sự chú ý của người nghe </a:t>
            </a:r>
          </a:p>
          <a:p>
            <a:r>
              <a:rPr lang="vi-VN" dirty="0"/>
              <a:t>	- </a:t>
            </a:r>
            <a:r>
              <a:rPr lang="vi-VN" dirty="0">
                <a:hlinkClick r:id="rId2" action="ppaction://hlinksldjump"/>
              </a:rPr>
              <a:t>Sử dụng một đoạn trích dẫn </a:t>
            </a:r>
            <a:endParaRPr lang="vi-VN" dirty="0"/>
          </a:p>
          <a:p>
            <a:r>
              <a:rPr lang="vi-VN" dirty="0"/>
              <a:t>	- Một câu hỏi</a:t>
            </a:r>
          </a:p>
          <a:p>
            <a:r>
              <a:rPr lang="vi-VN" dirty="0"/>
              <a:t>	- Một lời hứa </a:t>
            </a:r>
          </a:p>
          <a:p>
            <a:r>
              <a:rPr lang="vi-VN" dirty="0"/>
              <a:t>	- Thậm chí làm mọi người phải hoạt động 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Tóm tắt các nội dung liên quan  </a:t>
            </a:r>
          </a:p>
          <a:p>
            <a:r>
              <a:rPr lang="vi-VN" dirty="0"/>
              <a:t>	- Đã được trình bày </a:t>
            </a:r>
          </a:p>
          <a:p>
            <a:r>
              <a:rPr lang="vi-VN" dirty="0"/>
              <a:t>	- Được đa số người nghe biết rõ</a:t>
            </a:r>
          </a:p>
        </p:txBody>
      </p:sp>
    </p:spTree>
    <p:extLst>
      <p:ext uri="{BB962C8B-B14F-4D97-AF65-F5344CB8AC3E}">
        <p14:creationId xmlns:p14="http://schemas.microsoft.com/office/powerpoint/2010/main" val="427936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C4E2-7476-6423-C28C-8937DAC4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C800-5BF7-8C85-A1FE-A9A071B5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Phần Chính 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69CEF-FDE7-0CC9-F2B0-A43D6CC5D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Phần chính với các nội dung : </a:t>
            </a:r>
          </a:p>
          <a:p>
            <a:r>
              <a:rPr lang="vi-VN" dirty="0"/>
              <a:t>	- Vấn đề cần giải quyết , yêu cầu công việc</a:t>
            </a:r>
          </a:p>
          <a:p>
            <a:r>
              <a:rPr lang="vi-VN" dirty="0"/>
              <a:t>	- Ý tưởng và giải pháp </a:t>
            </a:r>
          </a:p>
          <a:p>
            <a:r>
              <a:rPr lang="vi-VN" dirty="0"/>
              <a:t>	- </a:t>
            </a:r>
            <a:r>
              <a:rPr lang="vi-VN" dirty="0">
                <a:hlinkClick r:id="rId2" action="ppaction://hlinksldjump"/>
              </a:rPr>
              <a:t>Cung cấp ví dụ để minh chứng </a:t>
            </a:r>
            <a:endParaRPr lang="vi-VN" dirty="0"/>
          </a:p>
          <a:p>
            <a:r>
              <a:rPr lang="vi-VN" dirty="0"/>
              <a:t>	- Lợi ích khi áp dụng giải pháp </a:t>
            </a:r>
          </a:p>
          <a:p>
            <a:r>
              <a:rPr lang="vi-VN" dirty="0"/>
              <a:t>	- Chương trình hành động/các việc làm cụ thể</a:t>
            </a:r>
          </a:p>
        </p:txBody>
      </p:sp>
    </p:spTree>
    <p:extLst>
      <p:ext uri="{BB962C8B-B14F-4D97-AF65-F5344CB8AC3E}">
        <p14:creationId xmlns:p14="http://schemas.microsoft.com/office/powerpoint/2010/main" val="1570130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8AE06-6233-CCAA-111B-7A89A8466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4E25-E47B-5506-1410-5498C0B2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Phần Kết 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307D6-1315-BA06-14B5-CCECF99C6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Tóm Tắt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Kết luận cuối cùng</a:t>
            </a:r>
          </a:p>
          <a:p>
            <a:r>
              <a:rPr lang="vi-VN" dirty="0"/>
              <a:t>	- Liệu còn điều gì bạn muốn người nghe ghi nhớ ?</a:t>
            </a:r>
          </a:p>
        </p:txBody>
      </p:sp>
    </p:spTree>
    <p:extLst>
      <p:ext uri="{BB962C8B-B14F-4D97-AF65-F5344CB8AC3E}">
        <p14:creationId xmlns:p14="http://schemas.microsoft.com/office/powerpoint/2010/main" val="154970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CÁM ƠN</a:t>
            </a:r>
            <a:r>
              <a:rPr lang="vi-VN" dirty="0"/>
              <a:t> SỰ CHÚ Ý CỦA QUÝ VỊ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46DA-A61E-644E-410C-E47E6AFC5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A73F-46D9-5AD3-3BD1-152D65B6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005"/>
            <a:ext cx="10427898" cy="1325563"/>
          </a:xfrm>
        </p:spPr>
        <p:txBody>
          <a:bodyPr/>
          <a:lstStyle/>
          <a:p>
            <a:r>
              <a:rPr lang="vi-VN" dirty="0"/>
              <a:t>Ví dụ sử dụng một đoạn trích dẫn khi giới thiệu  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D49AD-58BA-68A6-2EF8-DD26467D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Ví dụ : Ta có thể phát biểu trích dẫn lợi ích khi học ngành công nghệ thông tin </a:t>
            </a:r>
          </a:p>
          <a:p>
            <a:r>
              <a:rPr lang="vi-VN" dirty="0"/>
              <a:t>	“Hàng năm , công nghệ mới luôn được phát triền và thể hiện tầm quan trọng của nó đối với cuộc sống . Các doanh nghiệp cũng thay đổi theo hướng cập nhật công nghệ thông tin và yêu cầu sự thay đổi về nhân sự giỏi công nghệ . Ngành CNTT được coi là lĩnh vực ngày một phát triển và trở nên hữu ích cho các bạn muốn xây dựng sự nghiệp với ngành này . Vậy những lợi ích khi học ngành CNTT là gì ? </a:t>
            </a:r>
          </a:p>
        </p:txBody>
      </p:sp>
      <p:sp>
        <p:nvSpPr>
          <p:cNvPr id="11" name="Arrow: U-Turn 10">
            <a:hlinkClick r:id="rId2" action="ppaction://hlinksldjump"/>
            <a:extLst>
              <a:ext uri="{FF2B5EF4-FFF2-40B4-BE49-F238E27FC236}">
                <a16:creationId xmlns:a16="http://schemas.microsoft.com/office/drawing/2014/main" id="{5BDF41C1-EC67-F62E-26DD-6D620BD19E28}"/>
              </a:ext>
            </a:extLst>
          </p:cNvPr>
          <p:cNvSpPr/>
          <p:nvPr/>
        </p:nvSpPr>
        <p:spPr>
          <a:xfrm rot="10800000">
            <a:off x="11353800" y="530114"/>
            <a:ext cx="621102" cy="56934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90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AC0B0-ED47-EEC3-DD66-8B4E13FA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36E8-C016-9615-61A3-912C98384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952"/>
            <a:ext cx="10515600" cy="1325563"/>
          </a:xfrm>
        </p:spPr>
        <p:txBody>
          <a:bodyPr/>
          <a:lstStyle/>
          <a:p>
            <a:r>
              <a:rPr lang="vi-VN" dirty="0"/>
              <a:t>Ví dụ minh chứng một vấn đề :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22D7F-3B67-D5D8-EFE8-07EA848A6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dirty="0"/>
              <a:t>Bảng thống kê kết quả tuyển sinh 2020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34393B-9053-11E8-2A68-BCAD2A67F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188929"/>
              </p:ext>
            </p:extLst>
          </p:nvPr>
        </p:nvGraphicFramePr>
        <p:xfrm>
          <a:off x="974785" y="2421844"/>
          <a:ext cx="7843908" cy="3657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1230">
                  <a:extLst>
                    <a:ext uri="{9D8B030D-6E8A-4147-A177-3AD203B41FA5}">
                      <a16:colId xmlns:a16="http://schemas.microsoft.com/office/drawing/2014/main" val="2550078253"/>
                    </a:ext>
                  </a:extLst>
                </a:gridCol>
                <a:gridCol w="3392678">
                  <a:extLst>
                    <a:ext uri="{9D8B030D-6E8A-4147-A177-3AD203B41FA5}">
                      <a16:colId xmlns:a16="http://schemas.microsoft.com/office/drawing/2014/main" val="3007420183"/>
                    </a:ext>
                  </a:extLst>
                </a:gridCol>
              </a:tblGrid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Tên ngành/chuyên ngành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Số lượng tuyển sinh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968874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Công nghệ thông tin 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272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12012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Công nghệ thông tinh - CLC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144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948798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Công nghệ thông tinh - HA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75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755769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Mạng máy tính và truyền thông dữ liệu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149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2545964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Kỹ thuật phần mềm 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266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087481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Hệ thống thông tin 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135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828542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Khoa học máy tính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178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176209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Tin học ứng dụng 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32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426452"/>
                  </a:ext>
                </a:extLst>
              </a:tr>
              <a:tr h="362954">
                <a:tc>
                  <a:txBody>
                    <a:bodyPr/>
                    <a:lstStyle/>
                    <a:p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TỔng 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vi-VN" b="1" dirty="0">
                          <a:latin typeface="K2D" panose="00000500000000000000" charset="-34"/>
                          <a:cs typeface="K2D" panose="00000500000000000000" charset="-34"/>
                        </a:rPr>
                        <a:t>1251</a:t>
                      </a:r>
                      <a:endParaRPr lang="en-US" b="1" dirty="0">
                        <a:latin typeface="K2D" panose="00000500000000000000" charset="-34"/>
                        <a:cs typeface="K2D" panose="00000500000000000000" charset="-34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133725"/>
                  </a:ext>
                </a:extLst>
              </a:tr>
            </a:tbl>
          </a:graphicData>
        </a:graphic>
      </p:graphicFrame>
      <p:sp>
        <p:nvSpPr>
          <p:cNvPr id="13" name="Arrow: U-Turn 12">
            <a:hlinkClick r:id="rId2" action="ppaction://hlinksldjump"/>
            <a:extLst>
              <a:ext uri="{FF2B5EF4-FFF2-40B4-BE49-F238E27FC236}">
                <a16:creationId xmlns:a16="http://schemas.microsoft.com/office/drawing/2014/main" id="{9C202A46-C054-0502-2A36-231F5B607608}"/>
              </a:ext>
            </a:extLst>
          </p:cNvPr>
          <p:cNvSpPr/>
          <p:nvPr/>
        </p:nvSpPr>
        <p:spPr>
          <a:xfrm>
            <a:off x="11353800" y="201952"/>
            <a:ext cx="655608" cy="595223"/>
          </a:xfrm>
          <a:prstGeom prst="utur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929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4469</TotalTime>
  <Words>405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Readex Pro</vt:lpstr>
      <vt:lpstr>Arial</vt:lpstr>
      <vt:lpstr>K2D</vt:lpstr>
      <vt:lpstr>Barlow</vt:lpstr>
      <vt:lpstr>Office Theme</vt:lpstr>
      <vt:lpstr>Bố Cục Một Bài Thuyết Trình</vt:lpstr>
      <vt:lpstr>Giới Thiệu : </vt:lpstr>
      <vt:lpstr>Phần Mở Đầu : </vt:lpstr>
      <vt:lpstr>Phần Chính : </vt:lpstr>
      <vt:lpstr>Phần Kết : </vt:lpstr>
      <vt:lpstr>CÁM ƠN SỰ CHÚ Ý CỦA QUÝ VỊ </vt:lpstr>
      <vt:lpstr>Ví dụ sử dụng một đoạn trích dẫn khi giới thiệu  : </vt:lpstr>
      <vt:lpstr>Ví dụ minh chứng một vấn đề : 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Huynh Dinh Hoang Linh - B2604654</cp:lastModifiedBy>
  <cp:revision>231</cp:revision>
  <dcterms:created xsi:type="dcterms:W3CDTF">2022-07-01T08:15:51Z</dcterms:created>
  <dcterms:modified xsi:type="dcterms:W3CDTF">2026-09-24T15:51:08Z</dcterms:modified>
</cp:coreProperties>
</file>