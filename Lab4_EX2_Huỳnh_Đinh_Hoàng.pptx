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3" r:id="rId3"/>
    <p:sldId id="275" r:id="rId4"/>
    <p:sldId id="276" r:id="rId5"/>
    <p:sldId id="277" r:id="rId6"/>
    <p:sldId id="281" r:id="rId7"/>
    <p:sldId id="280" r:id="rId8"/>
    <p:sldId id="279" r:id="rId9"/>
    <p:sldId id="278" r:id="rId10"/>
    <p:sldId id="285" r:id="rId11"/>
    <p:sldId id="284" r:id="rId12"/>
    <p:sldId id="283" r:id="rId13"/>
    <p:sldId id="282" r:id="rId14"/>
    <p:sldId id="274" r:id="rId15"/>
  </p:sldIdLst>
  <p:sldSz cx="9144000" cy="6858000" type="screen4x3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9A7200"/>
    <a:srgbClr val="CC9900"/>
    <a:srgbClr val="0000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117673-E967-4F81-89A2-A9CE27A46184}" v="112" dt="2026-09-24T17:23:25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85" autoAdjust="0"/>
    <p:restoredTop sz="94660"/>
  </p:normalViewPr>
  <p:slideViewPr>
    <p:cSldViewPr>
      <p:cViewPr varScale="1">
        <p:scale>
          <a:sx n="84" d="100"/>
          <a:sy n="84" d="100"/>
        </p:scale>
        <p:origin x="12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ynh Dinh Hoang Linh - B2604654" userId="98c3aea1-d824-4d1d-9da9-c3c633940865" providerId="ADAL" clId="{0460CF46-375B-424A-93E5-36B8E95E376B}"/>
    <pc:docChg chg="undo custSel addSld delSld modSld sldOrd">
      <pc:chgData name="Huynh Dinh Hoang Linh - B2604654" userId="98c3aea1-d824-4d1d-9da9-c3c633940865" providerId="ADAL" clId="{0460CF46-375B-424A-93E5-36B8E95E376B}" dt="2026-09-24T17:21:59.850" v="4757" actId="20577"/>
      <pc:docMkLst>
        <pc:docMk/>
      </pc:docMkLst>
      <pc:sldChg chg="modSp mod">
        <pc:chgData name="Huynh Dinh Hoang Linh - B2604654" userId="98c3aea1-d824-4d1d-9da9-c3c633940865" providerId="ADAL" clId="{0460CF46-375B-424A-93E5-36B8E95E376B}" dt="2026-09-24T17:21:25.299" v="4753" actId="2711"/>
        <pc:sldMkLst>
          <pc:docMk/>
          <pc:sldMk cId="0" sldId="256"/>
        </pc:sldMkLst>
        <pc:spChg chg="mod">
          <ac:chgData name="Huynh Dinh Hoang Linh - B2604654" userId="98c3aea1-d824-4d1d-9da9-c3c633940865" providerId="ADAL" clId="{0460CF46-375B-424A-93E5-36B8E95E376B}" dt="2026-09-24T17:21:12.180" v="4751" actId="255"/>
          <ac:spMkLst>
            <pc:docMk/>
            <pc:sldMk cId="0" sldId="256"/>
            <ac:spMk id="2050" creationId="{1CDA1651-B184-4C83-9729-35D701BE495A}"/>
          </ac:spMkLst>
        </pc:spChg>
        <pc:spChg chg="mod">
          <ac:chgData name="Huynh Dinh Hoang Linh - B2604654" userId="98c3aea1-d824-4d1d-9da9-c3c633940865" providerId="ADAL" clId="{0460CF46-375B-424A-93E5-36B8E95E376B}" dt="2026-09-24T17:21:25.299" v="4753" actId="2711"/>
          <ac:spMkLst>
            <pc:docMk/>
            <pc:sldMk cId="0" sldId="256"/>
            <ac:spMk id="2051" creationId="{80E355BD-3478-446D-BADE-5B579DF2FF15}"/>
          </ac:spMkLst>
        </pc:spChg>
        <pc:spChg chg="mod">
          <ac:chgData name="Huynh Dinh Hoang Linh - B2604654" userId="98c3aea1-d824-4d1d-9da9-c3c633940865" providerId="ADAL" clId="{0460CF46-375B-424A-93E5-36B8E95E376B}" dt="2026-09-24T16:10:33.879" v="517" actId="1076"/>
          <ac:spMkLst>
            <pc:docMk/>
            <pc:sldMk cId="0" sldId="256"/>
            <ac:spMk id="2053" creationId="{3D1CE68C-65F7-4C8C-AB01-78D31225A9F1}"/>
          </ac:spMkLst>
        </pc:spChg>
      </pc:sldChg>
      <pc:sldChg chg="modSp del mod">
        <pc:chgData name="Huynh Dinh Hoang Linh - B2604654" userId="98c3aea1-d824-4d1d-9da9-c3c633940865" providerId="ADAL" clId="{0460CF46-375B-424A-93E5-36B8E95E376B}" dt="2026-09-24T16:13:14.450" v="534" actId="2696"/>
        <pc:sldMkLst>
          <pc:docMk/>
          <pc:sldMk cId="0" sldId="262"/>
        </pc:sldMkLst>
        <pc:spChg chg="mod">
          <ac:chgData name="Huynh Dinh Hoang Linh - B2604654" userId="98c3aea1-d824-4d1d-9da9-c3c633940865" providerId="ADAL" clId="{0460CF46-375B-424A-93E5-36B8E95E376B}" dt="2026-09-24T16:10:59.210" v="518" actId="255"/>
          <ac:spMkLst>
            <pc:docMk/>
            <pc:sldMk cId="0" sldId="262"/>
            <ac:spMk id="2" creationId="{E3B15A45-5A6D-D011-DF15-CF2074F7F016}"/>
          </ac:spMkLst>
        </pc:spChg>
      </pc:sldChg>
      <pc:sldChg chg="modSp mod">
        <pc:chgData name="Huynh Dinh Hoang Linh - B2604654" userId="98c3aea1-d824-4d1d-9da9-c3c633940865" providerId="ADAL" clId="{0460CF46-375B-424A-93E5-36B8E95E376B}" dt="2026-09-24T17:18:29.343" v="4730" actId="2711"/>
        <pc:sldMkLst>
          <pc:docMk/>
          <pc:sldMk cId="0" sldId="263"/>
        </pc:sldMkLst>
        <pc:spChg chg="mod">
          <ac:chgData name="Huynh Dinh Hoang Linh - B2604654" userId="98c3aea1-d824-4d1d-9da9-c3c633940865" providerId="ADAL" clId="{0460CF46-375B-424A-93E5-36B8E95E376B}" dt="2026-09-24T16:10:21.724" v="514" actId="1076"/>
          <ac:spMkLst>
            <pc:docMk/>
            <pc:sldMk cId="0" sldId="263"/>
            <ac:spMk id="2" creationId="{6FC787CA-CC8F-B0FE-8BDF-AB9EC03B77E0}"/>
          </ac:spMkLst>
        </pc:spChg>
        <pc:spChg chg="mod">
          <ac:chgData name="Huynh Dinh Hoang Linh - B2604654" userId="98c3aea1-d824-4d1d-9da9-c3c633940865" providerId="ADAL" clId="{0460CF46-375B-424A-93E5-36B8E95E376B}" dt="2026-09-24T17:11:33.420" v="4681" actId="207"/>
          <ac:spMkLst>
            <pc:docMk/>
            <pc:sldMk cId="0" sldId="263"/>
            <ac:spMk id="25602" creationId="{D09A8D8C-80F7-440C-BEF1-9EFA4CBAAA33}"/>
          </ac:spMkLst>
        </pc:spChg>
        <pc:spChg chg="mod">
          <ac:chgData name="Huynh Dinh Hoang Linh - B2604654" userId="98c3aea1-d824-4d1d-9da9-c3c633940865" providerId="ADAL" clId="{0460CF46-375B-424A-93E5-36B8E95E376B}" dt="2026-09-24T17:18:29.343" v="4730" actId="2711"/>
          <ac:spMkLst>
            <pc:docMk/>
            <pc:sldMk cId="0" sldId="263"/>
            <ac:spMk id="25603" creationId="{2EE127BF-401A-4C36-A14A-872ADB44AB18}"/>
          </ac:spMkLst>
        </pc:spChg>
      </pc:sldChg>
      <pc:sldChg chg="add del">
        <pc:chgData name="Huynh Dinh Hoang Linh - B2604654" userId="98c3aea1-d824-4d1d-9da9-c3c633940865" providerId="ADAL" clId="{0460CF46-375B-424A-93E5-36B8E95E376B}" dt="2026-09-24T16:17:47.465" v="1019" actId="2696"/>
        <pc:sldMkLst>
          <pc:docMk/>
          <pc:sldMk cId="3583683516" sldId="264"/>
        </pc:sldMkLst>
      </pc:sldChg>
      <pc:sldChg chg="add del">
        <pc:chgData name="Huynh Dinh Hoang Linh - B2604654" userId="98c3aea1-d824-4d1d-9da9-c3c633940865" providerId="ADAL" clId="{0460CF46-375B-424A-93E5-36B8E95E376B}" dt="2026-09-24T16:17:42.814" v="1018" actId="2696"/>
        <pc:sldMkLst>
          <pc:docMk/>
          <pc:sldMk cId="2073414659" sldId="265"/>
        </pc:sldMkLst>
      </pc:sldChg>
      <pc:sldChg chg="add del">
        <pc:chgData name="Huynh Dinh Hoang Linh - B2604654" userId="98c3aea1-d824-4d1d-9da9-c3c633940865" providerId="ADAL" clId="{0460CF46-375B-424A-93E5-36B8E95E376B}" dt="2026-09-24T16:13:17.699" v="535" actId="2696"/>
        <pc:sldMkLst>
          <pc:docMk/>
          <pc:sldMk cId="412111824" sldId="266"/>
        </pc:sldMkLst>
      </pc:sldChg>
      <pc:sldChg chg="add del">
        <pc:chgData name="Huynh Dinh Hoang Linh - B2604654" userId="98c3aea1-d824-4d1d-9da9-c3c633940865" providerId="ADAL" clId="{0460CF46-375B-424A-93E5-36B8E95E376B}" dt="2026-09-24T16:17:49.494" v="1020" actId="2696"/>
        <pc:sldMkLst>
          <pc:docMk/>
          <pc:sldMk cId="2157598121" sldId="267"/>
        </pc:sldMkLst>
      </pc:sldChg>
      <pc:sldChg chg="add del">
        <pc:chgData name="Huynh Dinh Hoang Linh - B2604654" userId="98c3aea1-d824-4d1d-9da9-c3c633940865" providerId="ADAL" clId="{0460CF46-375B-424A-93E5-36B8E95E376B}" dt="2026-09-24T16:17:51.942" v="1021" actId="2696"/>
        <pc:sldMkLst>
          <pc:docMk/>
          <pc:sldMk cId="1251002013" sldId="268"/>
        </pc:sldMkLst>
      </pc:sldChg>
      <pc:sldChg chg="add del">
        <pc:chgData name="Huynh Dinh Hoang Linh - B2604654" userId="98c3aea1-d824-4d1d-9da9-c3c633940865" providerId="ADAL" clId="{0460CF46-375B-424A-93E5-36B8E95E376B}" dt="2026-09-24T16:27:41.908" v="1829" actId="2696"/>
        <pc:sldMkLst>
          <pc:docMk/>
          <pc:sldMk cId="3467309251" sldId="269"/>
        </pc:sldMkLst>
      </pc:sldChg>
      <pc:sldChg chg="add del">
        <pc:chgData name="Huynh Dinh Hoang Linh - B2604654" userId="98c3aea1-d824-4d1d-9da9-c3c633940865" providerId="ADAL" clId="{0460CF46-375B-424A-93E5-36B8E95E376B}" dt="2026-09-24T16:27:44.788" v="1830" actId="2696"/>
        <pc:sldMkLst>
          <pc:docMk/>
          <pc:sldMk cId="3053733118" sldId="270"/>
        </pc:sldMkLst>
      </pc:sldChg>
      <pc:sldChg chg="add del">
        <pc:chgData name="Huynh Dinh Hoang Linh - B2604654" userId="98c3aea1-d824-4d1d-9da9-c3c633940865" providerId="ADAL" clId="{0460CF46-375B-424A-93E5-36B8E95E376B}" dt="2026-09-24T16:27:47.277" v="1831" actId="2696"/>
        <pc:sldMkLst>
          <pc:docMk/>
          <pc:sldMk cId="2560782884" sldId="271"/>
        </pc:sldMkLst>
      </pc:sldChg>
      <pc:sldChg chg="add del">
        <pc:chgData name="Huynh Dinh Hoang Linh - B2604654" userId="98c3aea1-d824-4d1d-9da9-c3c633940865" providerId="ADAL" clId="{0460CF46-375B-424A-93E5-36B8E95E376B}" dt="2026-09-24T16:27:49.227" v="1832" actId="2696"/>
        <pc:sldMkLst>
          <pc:docMk/>
          <pc:sldMk cId="4053076039" sldId="272"/>
        </pc:sldMkLst>
      </pc:sldChg>
      <pc:sldChg chg="add del">
        <pc:chgData name="Huynh Dinh Hoang Linh - B2604654" userId="98c3aea1-d824-4d1d-9da9-c3c633940865" providerId="ADAL" clId="{0460CF46-375B-424A-93E5-36B8E95E376B}" dt="2026-09-24T16:27:51.391" v="1833" actId="2696"/>
        <pc:sldMkLst>
          <pc:docMk/>
          <pc:sldMk cId="2046734494" sldId="273"/>
        </pc:sldMkLst>
      </pc:sldChg>
      <pc:sldChg chg="modSp add del mod">
        <pc:chgData name="Huynh Dinh Hoang Linh - B2604654" userId="98c3aea1-d824-4d1d-9da9-c3c633940865" providerId="ADAL" clId="{0460CF46-375B-424A-93E5-36B8E95E376B}" dt="2026-09-24T16:54:11.047" v="4378" actId="207"/>
        <pc:sldMkLst>
          <pc:docMk/>
          <pc:sldMk cId="2542470534" sldId="274"/>
        </pc:sldMkLst>
        <pc:spChg chg="mod">
          <ac:chgData name="Huynh Dinh Hoang Linh - B2604654" userId="98c3aea1-d824-4d1d-9da9-c3c633940865" providerId="ADAL" clId="{0460CF46-375B-424A-93E5-36B8E95E376B}" dt="2026-09-24T16:54:11.047" v="4378" actId="207"/>
          <ac:spMkLst>
            <pc:docMk/>
            <pc:sldMk cId="2542470534" sldId="274"/>
            <ac:spMk id="14339" creationId="{4CFBB659-9127-DE70-85A2-3F8297E39D78}"/>
          </ac:spMkLst>
        </pc:spChg>
      </pc:sldChg>
      <pc:sldChg chg="modSp add mod">
        <pc:chgData name="Huynh Dinh Hoang Linh - B2604654" userId="98c3aea1-d824-4d1d-9da9-c3c633940865" providerId="ADAL" clId="{0460CF46-375B-424A-93E5-36B8E95E376B}" dt="2026-09-24T17:21:59.850" v="4757" actId="20577"/>
        <pc:sldMkLst>
          <pc:docMk/>
          <pc:sldMk cId="2008784936" sldId="275"/>
        </pc:sldMkLst>
        <pc:spChg chg="mod">
          <ac:chgData name="Huynh Dinh Hoang Linh - B2604654" userId="98c3aea1-d824-4d1d-9da9-c3c633940865" providerId="ADAL" clId="{0460CF46-375B-424A-93E5-36B8E95E376B}" dt="2026-09-24T17:11:39.948" v="4682" actId="207"/>
          <ac:spMkLst>
            <pc:docMk/>
            <pc:sldMk cId="2008784936" sldId="275"/>
            <ac:spMk id="25602" creationId="{A46E4FEE-D98E-4FA1-6CE2-23C06970CA7F}"/>
          </ac:spMkLst>
        </pc:spChg>
        <pc:spChg chg="mod">
          <ac:chgData name="Huynh Dinh Hoang Linh - B2604654" userId="98c3aea1-d824-4d1d-9da9-c3c633940865" providerId="ADAL" clId="{0460CF46-375B-424A-93E5-36B8E95E376B}" dt="2026-09-24T17:21:59.850" v="4757" actId="20577"/>
          <ac:spMkLst>
            <pc:docMk/>
            <pc:sldMk cId="2008784936" sldId="275"/>
            <ac:spMk id="25603" creationId="{AE6E3A82-B71B-DEFF-8969-511362536D6F}"/>
          </ac:spMkLst>
        </pc:spChg>
      </pc:sldChg>
      <pc:sldChg chg="addSp delSp modSp add mod ord">
        <pc:chgData name="Huynh Dinh Hoang Linh - B2604654" userId="98c3aea1-d824-4d1d-9da9-c3c633940865" providerId="ADAL" clId="{0460CF46-375B-424A-93E5-36B8E95E376B}" dt="2026-09-24T17:19:17.495" v="4734" actId="2711"/>
        <pc:sldMkLst>
          <pc:docMk/>
          <pc:sldMk cId="686381238" sldId="276"/>
        </pc:sldMkLst>
        <pc:spChg chg="add mod">
          <ac:chgData name="Huynh Dinh Hoang Linh - B2604654" userId="98c3aea1-d824-4d1d-9da9-c3c633940865" providerId="ADAL" clId="{0460CF46-375B-424A-93E5-36B8E95E376B}" dt="2026-09-24T17:11:50.262" v="4684" actId="207"/>
          <ac:spMkLst>
            <pc:docMk/>
            <pc:sldMk cId="686381238" sldId="276"/>
            <ac:spMk id="4" creationId="{0534F8DE-AA3A-A5E4-C818-CE926BE80A94}"/>
          </ac:spMkLst>
        </pc:spChg>
        <pc:spChg chg="add del mod">
          <ac:chgData name="Huynh Dinh Hoang Linh - B2604654" userId="98c3aea1-d824-4d1d-9da9-c3c633940865" providerId="ADAL" clId="{0460CF46-375B-424A-93E5-36B8E95E376B}" dt="2026-09-24T16:20:11.462" v="1061" actId="21"/>
          <ac:spMkLst>
            <pc:docMk/>
            <pc:sldMk cId="686381238" sldId="276"/>
            <ac:spMk id="5" creationId="{3C55CBCB-6F85-7F8F-A09E-512E92ED44B0}"/>
          </ac:spMkLst>
        </pc:spChg>
        <pc:spChg chg="del mod">
          <ac:chgData name="Huynh Dinh Hoang Linh - B2604654" userId="98c3aea1-d824-4d1d-9da9-c3c633940865" providerId="ADAL" clId="{0460CF46-375B-424A-93E5-36B8E95E376B}" dt="2026-09-24T16:20:02.011" v="1059" actId="21"/>
          <ac:spMkLst>
            <pc:docMk/>
            <pc:sldMk cId="686381238" sldId="276"/>
            <ac:spMk id="25602" creationId="{7FA7C59F-B30F-77B6-6483-0417005E502F}"/>
          </ac:spMkLst>
        </pc:spChg>
        <pc:spChg chg="mod">
          <ac:chgData name="Huynh Dinh Hoang Linh - B2604654" userId="98c3aea1-d824-4d1d-9da9-c3c633940865" providerId="ADAL" clId="{0460CF46-375B-424A-93E5-36B8E95E376B}" dt="2026-09-24T17:19:17.495" v="4734" actId="2711"/>
          <ac:spMkLst>
            <pc:docMk/>
            <pc:sldMk cId="686381238" sldId="276"/>
            <ac:spMk id="25603" creationId="{363119A9-0299-F40D-CB8B-C43BD56BD463}"/>
          </ac:spMkLst>
        </pc:spChg>
      </pc:sldChg>
      <pc:sldChg chg="modSp add mod">
        <pc:chgData name="Huynh Dinh Hoang Linh - B2604654" userId="98c3aea1-d824-4d1d-9da9-c3c633940865" providerId="ADAL" clId="{0460CF46-375B-424A-93E5-36B8E95E376B}" dt="2026-09-24T17:19:39.390" v="4735" actId="2711"/>
        <pc:sldMkLst>
          <pc:docMk/>
          <pc:sldMk cId="924941874" sldId="277"/>
        </pc:sldMkLst>
        <pc:spChg chg="mod">
          <ac:chgData name="Huynh Dinh Hoang Linh - B2604654" userId="98c3aea1-d824-4d1d-9da9-c3c633940865" providerId="ADAL" clId="{0460CF46-375B-424A-93E5-36B8E95E376B}" dt="2026-09-24T17:11:56.864" v="4685" actId="207"/>
          <ac:spMkLst>
            <pc:docMk/>
            <pc:sldMk cId="924941874" sldId="277"/>
            <ac:spMk id="25602" creationId="{C0C05BA6-ADF2-AC3D-80A5-C8F6F90A904E}"/>
          </ac:spMkLst>
        </pc:spChg>
        <pc:spChg chg="mod">
          <ac:chgData name="Huynh Dinh Hoang Linh - B2604654" userId="98c3aea1-d824-4d1d-9da9-c3c633940865" providerId="ADAL" clId="{0460CF46-375B-424A-93E5-36B8E95E376B}" dt="2026-09-24T17:19:39.390" v="4735" actId="2711"/>
          <ac:spMkLst>
            <pc:docMk/>
            <pc:sldMk cId="924941874" sldId="277"/>
            <ac:spMk id="25603" creationId="{CE0BC885-9A09-533C-6C0A-DD7703C266F6}"/>
          </ac:spMkLst>
        </pc:spChg>
      </pc:sldChg>
      <pc:sldChg chg="add del">
        <pc:chgData name="Huynh Dinh Hoang Linh - B2604654" userId="98c3aea1-d824-4d1d-9da9-c3c633940865" providerId="ADAL" clId="{0460CF46-375B-424A-93E5-36B8E95E376B}" dt="2026-09-24T16:17:40.771" v="1017" actId="2696"/>
        <pc:sldMkLst>
          <pc:docMk/>
          <pc:sldMk cId="3314091442" sldId="277"/>
        </pc:sldMkLst>
      </pc:sldChg>
      <pc:sldChg chg="modSp add mod">
        <pc:chgData name="Huynh Dinh Hoang Linh - B2604654" userId="98c3aea1-d824-4d1d-9da9-c3c633940865" providerId="ADAL" clId="{0460CF46-375B-424A-93E5-36B8E95E376B}" dt="2026-09-24T17:20:18.362" v="4746" actId="2711"/>
        <pc:sldMkLst>
          <pc:docMk/>
          <pc:sldMk cId="2751643151" sldId="278"/>
        </pc:sldMkLst>
        <pc:spChg chg="mod">
          <ac:chgData name="Huynh Dinh Hoang Linh - B2604654" userId="98c3aea1-d824-4d1d-9da9-c3c633940865" providerId="ADAL" clId="{0460CF46-375B-424A-93E5-36B8E95E376B}" dt="2026-09-24T17:12:35.200" v="4692" actId="1076"/>
          <ac:spMkLst>
            <pc:docMk/>
            <pc:sldMk cId="2751643151" sldId="278"/>
            <ac:spMk id="25602" creationId="{8761008D-3337-5E21-9705-45EAA945991B}"/>
          </ac:spMkLst>
        </pc:spChg>
        <pc:spChg chg="mod">
          <ac:chgData name="Huynh Dinh Hoang Linh - B2604654" userId="98c3aea1-d824-4d1d-9da9-c3c633940865" providerId="ADAL" clId="{0460CF46-375B-424A-93E5-36B8E95E376B}" dt="2026-09-24T17:20:18.362" v="4746" actId="2711"/>
          <ac:spMkLst>
            <pc:docMk/>
            <pc:sldMk cId="2751643151" sldId="278"/>
            <ac:spMk id="25603" creationId="{BE9F03DF-4EB0-4C17-B040-15DAB0A0D41F}"/>
          </ac:spMkLst>
        </pc:spChg>
      </pc:sldChg>
      <pc:sldChg chg="modSp add mod">
        <pc:chgData name="Huynh Dinh Hoang Linh - B2604654" userId="98c3aea1-d824-4d1d-9da9-c3c633940865" providerId="ADAL" clId="{0460CF46-375B-424A-93E5-36B8E95E376B}" dt="2026-09-24T17:20:07.075" v="4738" actId="2711"/>
        <pc:sldMkLst>
          <pc:docMk/>
          <pc:sldMk cId="3196062672" sldId="279"/>
        </pc:sldMkLst>
        <pc:spChg chg="mod">
          <ac:chgData name="Huynh Dinh Hoang Linh - B2604654" userId="98c3aea1-d824-4d1d-9da9-c3c633940865" providerId="ADAL" clId="{0460CF46-375B-424A-93E5-36B8E95E376B}" dt="2026-09-24T17:12:27.260" v="4689" actId="207"/>
          <ac:spMkLst>
            <pc:docMk/>
            <pc:sldMk cId="3196062672" sldId="279"/>
            <ac:spMk id="25602" creationId="{A3D4A5A1-9EEE-CF2E-46C2-9748D6DCC6AD}"/>
          </ac:spMkLst>
        </pc:spChg>
        <pc:spChg chg="mod">
          <ac:chgData name="Huynh Dinh Hoang Linh - B2604654" userId="98c3aea1-d824-4d1d-9da9-c3c633940865" providerId="ADAL" clId="{0460CF46-375B-424A-93E5-36B8E95E376B}" dt="2026-09-24T17:20:07.075" v="4738" actId="2711"/>
          <ac:spMkLst>
            <pc:docMk/>
            <pc:sldMk cId="3196062672" sldId="279"/>
            <ac:spMk id="25603" creationId="{64C05FC2-11EE-902B-5C5C-DA2827FBAECF}"/>
          </ac:spMkLst>
        </pc:spChg>
      </pc:sldChg>
      <pc:sldChg chg="modSp add mod">
        <pc:chgData name="Huynh Dinh Hoang Linh - B2604654" userId="98c3aea1-d824-4d1d-9da9-c3c633940865" providerId="ADAL" clId="{0460CF46-375B-424A-93E5-36B8E95E376B}" dt="2026-09-24T17:19:59.353" v="4737" actId="2711"/>
        <pc:sldMkLst>
          <pc:docMk/>
          <pc:sldMk cId="3303915230" sldId="280"/>
        </pc:sldMkLst>
        <pc:spChg chg="mod">
          <ac:chgData name="Huynh Dinh Hoang Linh - B2604654" userId="98c3aea1-d824-4d1d-9da9-c3c633940865" providerId="ADAL" clId="{0460CF46-375B-424A-93E5-36B8E95E376B}" dt="2026-09-24T17:12:21.100" v="4688" actId="207"/>
          <ac:spMkLst>
            <pc:docMk/>
            <pc:sldMk cId="3303915230" sldId="280"/>
            <ac:spMk id="25602" creationId="{F763EB1B-799C-B2EB-0B23-11B4D4EC954C}"/>
          </ac:spMkLst>
        </pc:spChg>
        <pc:spChg chg="mod">
          <ac:chgData name="Huynh Dinh Hoang Linh - B2604654" userId="98c3aea1-d824-4d1d-9da9-c3c633940865" providerId="ADAL" clId="{0460CF46-375B-424A-93E5-36B8E95E376B}" dt="2026-09-24T17:19:59.353" v="4737" actId="2711"/>
          <ac:spMkLst>
            <pc:docMk/>
            <pc:sldMk cId="3303915230" sldId="280"/>
            <ac:spMk id="25603" creationId="{38836EB4-80DC-0D4B-4749-D22184FE37E1}"/>
          </ac:spMkLst>
        </pc:spChg>
      </pc:sldChg>
      <pc:sldChg chg="modSp add mod">
        <pc:chgData name="Huynh Dinh Hoang Linh - B2604654" userId="98c3aea1-d824-4d1d-9da9-c3c633940865" providerId="ADAL" clId="{0460CF46-375B-424A-93E5-36B8E95E376B}" dt="2026-09-24T17:19:51.227" v="4736" actId="2711"/>
        <pc:sldMkLst>
          <pc:docMk/>
          <pc:sldMk cId="2897509479" sldId="281"/>
        </pc:sldMkLst>
        <pc:spChg chg="mod">
          <ac:chgData name="Huynh Dinh Hoang Linh - B2604654" userId="98c3aea1-d824-4d1d-9da9-c3c633940865" providerId="ADAL" clId="{0460CF46-375B-424A-93E5-36B8E95E376B}" dt="2026-09-24T17:12:12.564" v="4687" actId="207"/>
          <ac:spMkLst>
            <pc:docMk/>
            <pc:sldMk cId="2897509479" sldId="281"/>
            <ac:spMk id="25602" creationId="{E6059BF6-C7F9-83F9-E91A-51F2A3B68A43}"/>
          </ac:spMkLst>
        </pc:spChg>
        <pc:spChg chg="mod">
          <ac:chgData name="Huynh Dinh Hoang Linh - B2604654" userId="98c3aea1-d824-4d1d-9da9-c3c633940865" providerId="ADAL" clId="{0460CF46-375B-424A-93E5-36B8E95E376B}" dt="2026-09-24T17:19:51.227" v="4736" actId="2711"/>
          <ac:spMkLst>
            <pc:docMk/>
            <pc:sldMk cId="2897509479" sldId="281"/>
            <ac:spMk id="25603" creationId="{A9B59E9F-3617-E987-0AE1-378471174D7F}"/>
          </ac:spMkLst>
        </pc:spChg>
      </pc:sldChg>
      <pc:sldChg chg="modSp add mod">
        <pc:chgData name="Huynh Dinh Hoang Linh - B2604654" userId="98c3aea1-d824-4d1d-9da9-c3c633940865" providerId="ADAL" clId="{0460CF46-375B-424A-93E5-36B8E95E376B}" dt="2026-09-24T17:20:45.804" v="4750" actId="2711"/>
        <pc:sldMkLst>
          <pc:docMk/>
          <pc:sldMk cId="1016582476" sldId="282"/>
        </pc:sldMkLst>
        <pc:spChg chg="mod">
          <ac:chgData name="Huynh Dinh Hoang Linh - B2604654" userId="98c3aea1-d824-4d1d-9da9-c3c633940865" providerId="ADAL" clId="{0460CF46-375B-424A-93E5-36B8E95E376B}" dt="2026-09-24T17:12:57.221" v="4696" actId="207"/>
          <ac:spMkLst>
            <pc:docMk/>
            <pc:sldMk cId="1016582476" sldId="282"/>
            <ac:spMk id="25602" creationId="{2887EC69-4995-0878-7A65-ED6B30CDDE8A}"/>
          </ac:spMkLst>
        </pc:spChg>
        <pc:spChg chg="mod">
          <ac:chgData name="Huynh Dinh Hoang Linh - B2604654" userId="98c3aea1-d824-4d1d-9da9-c3c633940865" providerId="ADAL" clId="{0460CF46-375B-424A-93E5-36B8E95E376B}" dt="2026-09-24T17:20:45.804" v="4750" actId="2711"/>
          <ac:spMkLst>
            <pc:docMk/>
            <pc:sldMk cId="1016582476" sldId="282"/>
            <ac:spMk id="25603" creationId="{DB8C4F34-A087-4B55-4471-9A14FEC71163}"/>
          </ac:spMkLst>
        </pc:spChg>
      </pc:sldChg>
      <pc:sldChg chg="modSp add mod">
        <pc:chgData name="Huynh Dinh Hoang Linh - B2604654" userId="98c3aea1-d824-4d1d-9da9-c3c633940865" providerId="ADAL" clId="{0460CF46-375B-424A-93E5-36B8E95E376B}" dt="2026-09-24T17:20:39.054" v="4749" actId="2711"/>
        <pc:sldMkLst>
          <pc:docMk/>
          <pc:sldMk cId="2217583455" sldId="283"/>
        </pc:sldMkLst>
        <pc:spChg chg="mod">
          <ac:chgData name="Huynh Dinh Hoang Linh - B2604654" userId="98c3aea1-d824-4d1d-9da9-c3c633940865" providerId="ADAL" clId="{0460CF46-375B-424A-93E5-36B8E95E376B}" dt="2026-09-24T17:12:51.853" v="4695" actId="207"/>
          <ac:spMkLst>
            <pc:docMk/>
            <pc:sldMk cId="2217583455" sldId="283"/>
            <ac:spMk id="25602" creationId="{212608EA-9E07-6E31-529E-DC81897FDD29}"/>
          </ac:spMkLst>
        </pc:spChg>
        <pc:spChg chg="mod">
          <ac:chgData name="Huynh Dinh Hoang Linh - B2604654" userId="98c3aea1-d824-4d1d-9da9-c3c633940865" providerId="ADAL" clId="{0460CF46-375B-424A-93E5-36B8E95E376B}" dt="2026-09-24T17:20:39.054" v="4749" actId="2711"/>
          <ac:spMkLst>
            <pc:docMk/>
            <pc:sldMk cId="2217583455" sldId="283"/>
            <ac:spMk id="25603" creationId="{D5E3F872-DE3B-AEC7-7DA7-ABF5E38BC16C}"/>
          </ac:spMkLst>
        </pc:spChg>
      </pc:sldChg>
      <pc:sldChg chg="modSp add mod">
        <pc:chgData name="Huynh Dinh Hoang Linh - B2604654" userId="98c3aea1-d824-4d1d-9da9-c3c633940865" providerId="ADAL" clId="{0460CF46-375B-424A-93E5-36B8E95E376B}" dt="2026-09-24T17:20:31.775" v="4748" actId="2711"/>
        <pc:sldMkLst>
          <pc:docMk/>
          <pc:sldMk cId="3597284385" sldId="284"/>
        </pc:sldMkLst>
        <pc:spChg chg="mod">
          <ac:chgData name="Huynh Dinh Hoang Linh - B2604654" userId="98c3aea1-d824-4d1d-9da9-c3c633940865" providerId="ADAL" clId="{0460CF46-375B-424A-93E5-36B8E95E376B}" dt="2026-09-24T17:12:47.405" v="4694" actId="207"/>
          <ac:spMkLst>
            <pc:docMk/>
            <pc:sldMk cId="3597284385" sldId="284"/>
            <ac:spMk id="25602" creationId="{D4864D1A-B4B5-E515-B341-30B480C18D0C}"/>
          </ac:spMkLst>
        </pc:spChg>
        <pc:spChg chg="mod">
          <ac:chgData name="Huynh Dinh Hoang Linh - B2604654" userId="98c3aea1-d824-4d1d-9da9-c3c633940865" providerId="ADAL" clId="{0460CF46-375B-424A-93E5-36B8E95E376B}" dt="2026-09-24T17:20:31.775" v="4748" actId="2711"/>
          <ac:spMkLst>
            <pc:docMk/>
            <pc:sldMk cId="3597284385" sldId="284"/>
            <ac:spMk id="25603" creationId="{14F71011-C3CC-453E-2ED1-8BD1E84D796B}"/>
          </ac:spMkLst>
        </pc:spChg>
      </pc:sldChg>
      <pc:sldChg chg="modSp add mod">
        <pc:chgData name="Huynh Dinh Hoang Linh - B2604654" userId="98c3aea1-d824-4d1d-9da9-c3c633940865" providerId="ADAL" clId="{0460CF46-375B-424A-93E5-36B8E95E376B}" dt="2026-09-24T17:20:24.717" v="4747" actId="2711"/>
        <pc:sldMkLst>
          <pc:docMk/>
          <pc:sldMk cId="350001410" sldId="285"/>
        </pc:sldMkLst>
        <pc:spChg chg="mod">
          <ac:chgData name="Huynh Dinh Hoang Linh - B2604654" userId="98c3aea1-d824-4d1d-9da9-c3c633940865" providerId="ADAL" clId="{0460CF46-375B-424A-93E5-36B8E95E376B}" dt="2026-09-24T17:12:41.064" v="4693" actId="207"/>
          <ac:spMkLst>
            <pc:docMk/>
            <pc:sldMk cId="350001410" sldId="285"/>
            <ac:spMk id="25602" creationId="{327959CA-5899-016A-10AB-05F0738EB3CE}"/>
          </ac:spMkLst>
        </pc:spChg>
        <pc:spChg chg="mod">
          <ac:chgData name="Huynh Dinh Hoang Linh - B2604654" userId="98c3aea1-d824-4d1d-9da9-c3c633940865" providerId="ADAL" clId="{0460CF46-375B-424A-93E5-36B8E95E376B}" dt="2026-09-24T17:20:24.717" v="4747" actId="2711"/>
          <ac:spMkLst>
            <pc:docMk/>
            <pc:sldMk cId="350001410" sldId="285"/>
            <ac:spMk id="25603" creationId="{73D1E09F-FE3D-A8DC-6A80-5E5BF4611B44}"/>
          </ac:spMkLst>
        </pc:spChg>
      </pc:sldChg>
      <pc:sldChg chg="add del">
        <pc:chgData name="Huynh Dinh Hoang Linh - B2604654" userId="98c3aea1-d824-4d1d-9da9-c3c633940865" providerId="ADAL" clId="{0460CF46-375B-424A-93E5-36B8E95E376B}" dt="2026-09-24T16:52:59.726" v="4325" actId="2696"/>
        <pc:sldMkLst>
          <pc:docMk/>
          <pc:sldMk cId="1524108439" sldId="28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5046DAC-F171-2933-F2E7-F698F000C6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A89558-9F47-A8F6-4704-664364F56B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628B3-0F31-4C2F-A5E8-6109DB55A7C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4D071B-F136-9066-3DAC-DD7DA31A00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0F5B3-1396-863B-5C65-3964C713B2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8C5AD-19F9-41C6-87CE-4854F3464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0438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E9DD67-77D8-4581-BE4E-D4EF2E495E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B79DA-CCA9-4AB7-AB88-86C196584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7113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2716CEC-4EB7-4AF5-B8B4-13A4AA74F1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19138" y="2130425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A8B1175-CAAE-4DE1-9BCE-EE12E154858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4EFCFD27-3C59-440E-9355-8E61DE9E9F6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18A37AE1-76EA-4F7C-89AE-6531C0C56B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vi-VN" altLang="en-US"/>
              <a:t>Giới Thiệu Đại học Cần Thơ</a:t>
            </a:r>
            <a:endParaRPr lang="en-US" altLang="en-US"/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E348B9C2-253F-43BD-BBE7-0B49698116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716713" y="6230938"/>
            <a:ext cx="2133600" cy="549275"/>
          </a:xfrm>
        </p:spPr>
        <p:txBody>
          <a:bodyPr/>
          <a:lstStyle>
            <a:lvl1pPr>
              <a:defRPr/>
            </a:lvl1pPr>
          </a:lstStyle>
          <a:p>
            <a:fld id="{A15EAB53-327E-4220-A7C8-79A6407182B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FED8-62E4-44F9-8635-073E7D21D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BF88E-6176-40DB-A4F0-5F9D10D14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D7C81-1B47-4037-B98B-75A1F401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C4BD4-42E2-497A-AD54-B10928A4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altLang="en-US"/>
              <a:t>Giới Thiệu Đại học Cần Thơ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080A8-4B04-4A76-AD9D-D3373B2C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4F63AB-74FF-4D4D-9C96-7E67E70BF8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0515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CE863-2F38-493E-AC5F-35F839ABE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1EE57-4E33-4768-BDE6-1E42E78CC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47056-25E1-4B67-85BD-73087B72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0AFD-04FE-4D58-8BBC-B3312F470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altLang="en-US"/>
              <a:t>Giới Thiệu Đại học Cần Thơ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0AEAA-EABC-4389-89FD-1194EAE5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F88ED3-DC84-4DB0-B233-29AE8689A1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107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E3C47-6B83-4D40-8FFA-423CDED83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CE053-7F00-4D26-A49E-468074BDA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33538"/>
            <a:ext cx="4038600" cy="4691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BA0AC-734F-47AA-97FD-4DA7FEF91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0" y="1633538"/>
            <a:ext cx="4038600" cy="4691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11179-6CFA-425B-9D7F-2BE02065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E626E-637B-499E-9E2C-ACC64C09C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altLang="en-US"/>
              <a:t>Giới Thiệu Đại học Cần Thơ</a:t>
            </a: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7475E-6A5C-42A5-8A22-58443942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79D017-4D2B-4917-98EC-EFDC1350D1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3398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F325-80E3-4F90-BD69-5037DB90D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C193B-2F0E-4826-9109-B6307A9C0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24B64-B380-470F-9CDE-73C0D43F6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90F4E0-0F61-4F55-8A7A-765984DF7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95C38B-8A04-4272-A3E6-393D95555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373DA-5867-4829-AD43-C6FCC79A8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1764FC-FDFA-416E-997C-F691587D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altLang="en-US"/>
              <a:t>Giới Thiệu Đại học Cần Thơ</a:t>
            </a: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E741E6-72FD-4F69-97E8-CAC734DCE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F7F60C-663B-45B5-8BAA-0CD5F56CC8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2112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B71A-EE87-467A-AD67-4ECCFB0E5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EB2EF-2DBC-41CB-8232-B6E49BCB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83847-6C7C-4715-98B9-D40636DA2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altLang="en-US"/>
              <a:t>Giới Thiệu Đại học Cần Thơ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0D5148-3F8F-464B-A3E1-5F680B454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9BD403-5F74-427A-8423-78614D45D9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020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0D4DB3-3677-453C-AD63-255313C4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E578C-2E20-4473-943A-093C5C31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altLang="en-US"/>
              <a:t>Giới Thiệu Đại học Cần Thơ</a:t>
            </a: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681F5-37CC-4FFE-98C1-BDE69E138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445B6F-8FF7-4085-BE97-4B03885D15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5274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10611-3704-4861-BD88-F503F43FA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B25AB-F178-4E56-A78A-D3E5D8B2D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C3404-B5CD-41A1-BD0C-CEB1CDB87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03B3B-2157-4986-A6D1-D21E38C81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720C0-253D-4EFB-8A0E-096A4FC7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altLang="en-US"/>
              <a:t>Giới Thiệu Đại học Cần Thơ</a:t>
            </a: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8D71A-2EC3-4B1C-AE98-CEF4BA88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A644C7-8C57-4BC2-BD31-5EE7CB8540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487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A99F-9EE0-4942-BCEE-A1E732C0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78B66-2785-4358-A99C-30D13EE9AD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8E7B7-693B-436C-ACFB-D578D6C85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9676D-A17F-46ED-B322-996E92CC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8B656-A461-4B3F-8ECD-A1C58EEC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altLang="en-US"/>
              <a:t>Giới Thiệu Đại học Cần Thơ</a:t>
            </a: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5B36D-F955-462B-899C-F46A6F9E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64E658-6E24-430E-B2BE-9BADE50134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9652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22BBF-5276-4192-BA57-B0752687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C078B-EB7B-44AD-A4C2-B8DC31D9B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7DE7E-9122-41D3-A66E-3CDCBCE9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65EA4-62DF-493C-B19B-64550981D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altLang="en-US"/>
              <a:t>Giới Thiệu Đại học Cần Thơ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301BB-D36E-4AE2-BE8A-E50EB27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4A5476-CA43-47FE-BA67-73FA2851AF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0917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5C4325-1A15-4599-B036-9FA60518A5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81800" y="282575"/>
            <a:ext cx="2057400" cy="6042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92199C-8BFD-4358-9055-518928EAE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82575"/>
            <a:ext cx="6019800" cy="60420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4E68E-040F-4912-9B7B-725CFB7D6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39E95-5F5B-4E87-9B2F-A9A70957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altLang="en-US"/>
              <a:t>Giới Thiệu Đại học Cần Thơ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FE7F3-EC17-415F-863D-DF17690E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DC5CE5-D93D-42E1-A365-D1BB034BB8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8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1405D41-0CC5-41DF-A29F-0509945FC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282575"/>
            <a:ext cx="708660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E07D3DA-2B85-42CC-8062-8B65F6758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33538"/>
            <a:ext cx="8229600" cy="469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E20C1-4C65-4624-AA2D-747E84F1D3C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78563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F6370B7-BED3-4B38-A932-BD0A5880CB4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19388" y="62833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vi-VN" altLang="en-US"/>
              <a:t>Giới Thiệu Đại học Cần Thơ</a:t>
            </a: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48F6441-6898-4A31-A185-8673B9B54A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26175"/>
            <a:ext cx="2133600" cy="55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06FFC55-A7E0-43C6-B48A-D297196E04B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rgbClr val="996633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900" kern="12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600" kern="1200">
          <a:solidFill>
            <a:srgbClr val="000066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 kern="1200">
          <a:solidFill>
            <a:srgbClr val="000066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ern="1200">
          <a:solidFill>
            <a:srgbClr val="000066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rgbClr val="0000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CDA1651-B184-4C83-9729-35D701BE49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3400" y="1447800"/>
            <a:ext cx="7924800" cy="2308225"/>
          </a:xfrm>
        </p:spPr>
        <p:txBody>
          <a:bodyPr/>
          <a:lstStyle/>
          <a:p>
            <a:pPr algn="ctr"/>
            <a:r>
              <a:rPr lang="vi-VN" altLang="en-US" sz="4400" dirty="0">
                <a:solidFill>
                  <a:schemeClr val="tx1"/>
                </a:solidFill>
                <a:latin typeface="K2D" panose="00000500000000000000" pitchFamily="2" charset="-34"/>
                <a:cs typeface="K2D" panose="00000500000000000000" pitchFamily="2" charset="-34"/>
              </a:rPr>
              <a:t>ĐẠI</a:t>
            </a:r>
            <a:r>
              <a:rPr lang="vi-VN" altLang="en-US" dirty="0">
                <a:solidFill>
                  <a:schemeClr val="tx1"/>
                </a:solidFill>
                <a:latin typeface="K2D" panose="00000500000000000000" pitchFamily="2" charset="-34"/>
                <a:cs typeface="K2D" panose="00000500000000000000" pitchFamily="2" charset="-34"/>
              </a:rPr>
              <a:t> HỌC CẦN THƠ – QUÁ TRÌNH HÌNH THÀNH VÀ PHÁT TRIỂN </a:t>
            </a:r>
            <a:endParaRPr lang="en-US" altLang="en-US" dirty="0">
              <a:solidFill>
                <a:schemeClr val="tx1"/>
              </a:solidFill>
              <a:latin typeface="K2D" panose="00000500000000000000" pitchFamily="2" charset="-34"/>
              <a:cs typeface="K2D" panose="00000500000000000000" pitchFamily="2" charset="-34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0E355BD-3478-446D-BADE-5B579DF2FF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98825"/>
            <a:ext cx="6400800" cy="1752600"/>
          </a:xfrm>
        </p:spPr>
        <p:txBody>
          <a:bodyPr/>
          <a:lstStyle/>
          <a:p>
            <a:r>
              <a:rPr lang="vi-VN" altLang="en-US" dirty="0"/>
              <a:t>TS. </a:t>
            </a:r>
            <a:r>
              <a:rPr lang="vi-VN" altLang="en-US" sz="3200" dirty="0">
                <a:latin typeface="READEX PRO"/>
              </a:rPr>
              <a:t>Nguyễn</a:t>
            </a:r>
            <a:r>
              <a:rPr lang="vi-VN" altLang="en-US" dirty="0"/>
              <a:t> Văn A</a:t>
            </a:r>
            <a:endParaRPr lang="en-US" altLang="en-US" dirty="0"/>
          </a:p>
        </p:txBody>
      </p:sp>
      <p:sp>
        <p:nvSpPr>
          <p:cNvPr id="2053" name="Text Box 5">
            <a:extLst>
              <a:ext uri="{FF2B5EF4-FFF2-40B4-BE49-F238E27FC236}">
                <a16:creationId xmlns:a16="http://schemas.microsoft.com/office/drawing/2014/main" id="{3D1CE68C-65F7-4C8C-AB01-78D31225A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324600"/>
            <a:ext cx="3505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vi-VN" altLang="en-US" sz="2000" b="1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altLang="en-US" sz="2000" b="1" i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09A8D8C-80F7-440C-BEF1-9EFA4CBAA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  <a:endParaRPr lang="en-US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EE127BF-401A-4C36-A14A-872ADB44A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2456439"/>
            <a:ext cx="9240982" cy="3886200"/>
          </a:xfrm>
        </p:spPr>
        <p:txBody>
          <a:bodyPr/>
          <a:lstStyle/>
          <a:p>
            <a:r>
              <a:rPr lang="vi-VN" altLang="en-US" sz="32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THỜI KỲ VIỆN ĐẠI HỌC CẦN THƠ (1966-1975)</a:t>
            </a:r>
          </a:p>
          <a:p>
            <a:r>
              <a:rPr lang="vi-VN" altLang="en-US" sz="32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ĐHCT GIAI ĐOẠN SAU NĂM 1975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C787CA-CC8F-B0FE-8BDF-AB9EC03B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73812"/>
            <a:ext cx="2895600" cy="47625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vi-VN" altLang="en-US" sz="1800" b="1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altLang="en-US" sz="1800" b="1" i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733980-25B4-E6CC-E2D6-1E4ED748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63AB-74FF-4D4D-9C96-7E67E70BF8FF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EA120-BD15-707F-F4F7-3D669AA7C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46E4FEE-D98E-4FA1-6CE2-23C06970CA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152400"/>
            <a:ext cx="8077200" cy="944563"/>
          </a:xfrm>
        </p:spPr>
        <p:txBody>
          <a:bodyPr/>
          <a:lstStyle/>
          <a:p>
            <a:r>
              <a:rPr lang="vi-V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 kỳ viện Đại Học Cần Thơ (1966-1975)</a:t>
            </a:r>
            <a:endParaRPr lang="en-US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E6E3A82-B71B-DEFF-8969-511362536D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904999"/>
            <a:ext cx="8915400" cy="4321175"/>
          </a:xfrm>
        </p:spPr>
        <p:txBody>
          <a:bodyPr/>
          <a:lstStyle/>
          <a:p>
            <a:r>
              <a:rPr lang="vi-VN" altLang="en-US" sz="32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ĐƯỢC THÀNH LẬP NGÀY 31 THÁNG 3 NĂM 1966</a:t>
            </a:r>
          </a:p>
          <a:p>
            <a:r>
              <a:rPr lang="vi-VN" altLang="en-US" sz="32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VIỆN ĐẠI HỌC CẦN THƠ CÓ 4 KHOA </a:t>
            </a:r>
            <a:r>
              <a:rPr lang="vi-V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vi-V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KHOA HỌC</a:t>
            </a:r>
          </a:p>
          <a:p>
            <a:pPr marL="0" indent="0">
              <a:buNone/>
            </a:pP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- LUẬT KHOA </a:t>
            </a:r>
          </a:p>
          <a:p>
            <a:pPr marL="0" indent="0">
              <a:buNone/>
            </a:pP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- KHOA HỌC XÃ HỘI , VĂN KHOA , SƯ PHẠM</a:t>
            </a:r>
          </a:p>
          <a:p>
            <a:pPr marL="0" indent="0">
              <a:buNone/>
            </a:pP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- CAO ĐẲNG NÔNG NGHIỆP VÀ TRUNH TÂM SINH NGỮ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171C62-ED1F-A87B-72BE-65F8A4E6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73812"/>
            <a:ext cx="2895600" cy="47625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vi-VN" altLang="en-US" sz="1800" b="1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altLang="en-US" sz="1800" b="1" i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CE8AFD-3318-4BE3-70EC-834BDE36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63AB-74FF-4D4D-9C96-7E67E70BF8FF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8784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C27FC-6A2A-DC21-6705-51AF2B9C1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>
            <a:extLst>
              <a:ext uri="{FF2B5EF4-FFF2-40B4-BE49-F238E27FC236}">
                <a16:creationId xmlns:a16="http://schemas.microsoft.com/office/drawing/2014/main" id="{363119A9-0299-F40D-CB8B-C43BD56BD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57400"/>
            <a:ext cx="8839200" cy="4343400"/>
          </a:xfrm>
        </p:spPr>
        <p:txBody>
          <a:bodyPr/>
          <a:lstStyle/>
          <a:p>
            <a:r>
              <a:rPr lang="vi-VN" altLang="en-US" sz="32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CƠ SỞ VẬT CHẤT CỦA VIỆN ĐẠI HỌC CẦN THƠ TỌA LẠC TẠI 4 ĐỊA ĐIỂM </a:t>
            </a:r>
          </a:p>
          <a:p>
            <a:pPr marL="0" indent="0">
              <a:buNone/>
            </a:pPr>
            <a:r>
              <a:rPr lang="vi-V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TÒA VIỆN TRƯỞNG(SỐ 5,ĐẠI LỘ HÒA BÌNH)</a:t>
            </a:r>
          </a:p>
          <a:p>
            <a:pPr marL="0" indent="0">
              <a:buNone/>
            </a:pP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- KHU I ( ĐƯỜNG 30/4)</a:t>
            </a:r>
          </a:p>
          <a:p>
            <a:pPr marL="0" indent="0">
              <a:buNone/>
            </a:pP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 	- KHU II ( ĐƯỜNG 3/2)</a:t>
            </a:r>
          </a:p>
          <a:p>
            <a:pPr marL="0" indent="0">
              <a:buNone/>
            </a:pP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 	- KHU III ( SỐ 1 , ĐƯỜNG LÝ TỰ TRỌNG )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F683F2-80D3-5BF5-9A13-6A585EE0B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73812"/>
            <a:ext cx="2895600" cy="47625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vi-VN" altLang="en-US" sz="1800" b="1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altLang="en-US" sz="1800" b="1" i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9BB121-CBB9-EC5E-35C0-36352FAE0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63AB-74FF-4D4D-9C96-7E67E70BF8FF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34F8DE-AA3A-A5E4-C818-CE926BE80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04800"/>
            <a:ext cx="807720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996633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996633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996633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996633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996633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996633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996633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996633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996633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 kỳ viện Đại Học Cần Thơ (1966-1975)</a:t>
            </a:r>
            <a:endParaRPr lang="en-US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381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EBBA2-F61D-721C-11FF-29BED8894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0C05BA6-ADF2-AC3D-80A5-C8F6F90A9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NĂM 1975</a:t>
            </a:r>
            <a:endParaRPr lang="en-US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E0BC885-9A09-533C-6C0A-DD7703C26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868868"/>
            <a:ext cx="9296400" cy="4495800"/>
          </a:xfrm>
        </p:spPr>
        <p:txBody>
          <a:bodyPr/>
          <a:lstStyle/>
          <a:p>
            <a:r>
              <a:rPr lang="vi-VN" altLang="en-US" sz="32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VIỆN ĐẠI HỌC CẦN THƠ ĐƯỢC ĐỔI THÀNH ĐHCT</a:t>
            </a:r>
          </a:p>
          <a:p>
            <a:r>
              <a:rPr lang="vi-VN" altLang="en-US" sz="32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CƠ  CẤU ĐHCT HIỆN NAY</a:t>
            </a:r>
          </a:p>
          <a:p>
            <a:pPr marL="0" indent="0">
              <a:buNone/>
            </a:pPr>
            <a:r>
              <a:rPr lang="vi-VN" altLang="en-US" sz="32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</a:t>
            </a:r>
            <a:r>
              <a:rPr lang="vi-VN" altLang="en-US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- </a:t>
            </a: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KHOA - VIỆN </a:t>
            </a:r>
          </a:p>
          <a:p>
            <a:pPr marL="0" indent="0">
              <a:buNone/>
            </a:pP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	- TRUNG TÂM – TRUNG TÂM ĐÀO TẠO </a:t>
            </a:r>
          </a:p>
          <a:p>
            <a:pPr marL="0" indent="0">
              <a:buNone/>
            </a:pP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	- PHÒNG BAN CHỨC NĂNG </a:t>
            </a:r>
          </a:p>
          <a:p>
            <a:pPr marL="0" indent="0">
              <a:buNone/>
            </a:pP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	- ĐOÀN THỂ &amp; HỘI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39BC53-5D30-6222-BE2F-46D474C6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73812"/>
            <a:ext cx="2895600" cy="47625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vi-VN" altLang="en-US" sz="1800" b="1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altLang="en-US" sz="1800" b="1" i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9F45AC-04CA-7C6E-606B-609CC914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63AB-74FF-4D4D-9C96-7E67E70BF8FF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4941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5647D-EF34-BB3D-325D-0EF93AAF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6059BF6-C7F9-83F9-E91A-51F2A3B6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7086600" cy="944563"/>
          </a:xfrm>
        </p:spPr>
        <p:txBody>
          <a:bodyPr/>
          <a:lstStyle/>
          <a:p>
            <a:r>
              <a:rPr lang="vi-V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NĂM 1975</a:t>
            </a:r>
            <a:endParaRPr lang="en-US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9B59E9F-3617-E987-0AE1-378471174D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" y="1878012"/>
            <a:ext cx="9296400" cy="4495800"/>
          </a:xfrm>
        </p:spPr>
        <p:txBody>
          <a:bodyPr/>
          <a:lstStyle/>
          <a:p>
            <a:r>
              <a:rPr lang="vi-VN" altLang="en-US" sz="3200" b="1" dirty="0">
                <a:solidFill>
                  <a:srgbClr val="C00000"/>
                </a:solidFill>
                <a:latin typeface="READEX PRO"/>
                <a:cs typeface="Times New Roman" panose="02020603050405020304" pitchFamily="18" charset="0"/>
              </a:rPr>
              <a:t>KHOA KHOA HỌC TỰ NHIÊN </a:t>
            </a:r>
          </a:p>
          <a:p>
            <a:pPr>
              <a:buFontTx/>
              <a:buChar char="-"/>
            </a:pP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NGÀY 14/1/1998 , TRƯỜNG ĐHCT KHÀNH THÀNH KHOA KHOA HỌC</a:t>
            </a:r>
          </a:p>
          <a:p>
            <a:pPr>
              <a:buFontTx/>
              <a:buChar char="-"/>
            </a:pP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CƠ SỞ VẬT CHẤT 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+ 12 PHÒNG THÍ NGHIỆM (PTN) CHO SIINH , HÓA , VẬT LÝ 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+ 06 PHÒNG MÁY TÍNH ĐƯỢC NỐI MẠNG VỚI NHAU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CC46EE-2981-B3CF-65DF-2A449F58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73812"/>
            <a:ext cx="2895600" cy="47625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vi-VN" altLang="en-US" sz="1800" b="1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altLang="en-US" sz="1800" b="1" i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13E3C7-D162-33D0-2726-354679B26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63AB-74FF-4D4D-9C96-7E67E70BF8FF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7509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FEDFC-C1B2-75C5-DB47-49BC625C4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763EB1B-799C-B2EB-0B23-11B4D4EC9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NĂM 1975</a:t>
            </a:r>
            <a:endParaRPr lang="en-US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8836EB4-80DC-0D4B-4749-D22184FE3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" y="1878012"/>
            <a:ext cx="9296400" cy="4495800"/>
          </a:xfrm>
        </p:spPr>
        <p:txBody>
          <a:bodyPr/>
          <a:lstStyle/>
          <a:p>
            <a:r>
              <a:rPr lang="vi-VN" altLang="en-US" sz="3200" b="1" dirty="0">
                <a:solidFill>
                  <a:srgbClr val="C00000"/>
                </a:solidFill>
                <a:latin typeface="READEX PRO"/>
                <a:cs typeface="Times New Roman" panose="02020603050405020304" pitchFamily="18" charset="0"/>
              </a:rPr>
              <a:t>KHOA KHOA HỌC TỰ NHIÊN </a:t>
            </a:r>
          </a:p>
          <a:p>
            <a:pPr lvl="1">
              <a:buFontTx/>
              <a:buChar char="-"/>
            </a:pPr>
            <a:r>
              <a:rPr lang="vi-VN" altLang="en-US" sz="25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CƠ SỞ VẬT CHẤT </a:t>
            </a:r>
          </a:p>
          <a:p>
            <a:pPr marL="0" indent="0">
              <a:buNone/>
            </a:pPr>
            <a:r>
              <a:rPr lang="vi-VN" altLang="en-US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+ </a:t>
            </a: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VP KHOA VÀ XƯỞNG SỬA CHỮA 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+ NĂM 2010 , TRƯỜNG ĐÃ ĐẦU TƯ MỞ RỘNG KHU PTN CỦA KHOA 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+ XÂY MỚI KHU NHÀ 3 TẦNG VỚI 22 PHÒNG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0894CB-18CE-8E4C-B891-B8B0F296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73812"/>
            <a:ext cx="2895600" cy="47625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vi-VN" altLang="en-US" sz="1800" b="1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altLang="en-US" sz="1800" b="1" i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7843FE-4044-0668-35CA-37D6980F9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63AB-74FF-4D4D-9C96-7E67E70BF8FF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3915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ADD1B-33C8-1A35-F6D7-91D26815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3D4A5A1-9EEE-CF2E-46C2-9748D6DCC6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NĂM 1975</a:t>
            </a:r>
            <a:endParaRPr lang="en-US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4C05FC2-11EE-902B-5C5C-DA2827FBAE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" y="1878012"/>
            <a:ext cx="9296400" cy="4495800"/>
          </a:xfrm>
        </p:spPr>
        <p:txBody>
          <a:bodyPr/>
          <a:lstStyle/>
          <a:p>
            <a:r>
              <a:rPr lang="vi-VN" altLang="en-US" sz="3200" b="1" dirty="0">
                <a:solidFill>
                  <a:srgbClr val="C00000"/>
                </a:solidFill>
                <a:latin typeface="READEX PRO"/>
                <a:cs typeface="Times New Roman" panose="02020603050405020304" pitchFamily="18" charset="0"/>
              </a:rPr>
              <a:t>KHOA KHOA HỌC TỰ NHIÊN </a:t>
            </a:r>
          </a:p>
          <a:p>
            <a:pPr marL="0" indent="0">
              <a:buNone/>
            </a:pP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- KHOA KHTN HIỆN NAY GỒM 04 BỘ MÔN </a:t>
            </a:r>
          </a:p>
          <a:p>
            <a:pPr marL="0" indent="0">
              <a:buNone/>
            </a:pPr>
            <a:r>
              <a:rPr lang="vi-VN" altLang="en-US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	+ </a:t>
            </a: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BỘ MÔN SINH HỌC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	+ BỘ MÔN HÓA HỌC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 		+ BỘ MÔN TOÁN HỌC 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 		+ BỘ MÔN VẬT LÝ</a:t>
            </a:r>
            <a:r>
              <a:rPr lang="vi-VN" altLang="en-US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6A0B12-615E-630D-0080-679229B6A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73812"/>
            <a:ext cx="2895600" cy="47625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vi-VN" altLang="en-US" sz="1800" b="1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altLang="en-US" sz="1800" b="1" i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B31A21-0D78-6176-BB14-06977CEE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63AB-74FF-4D4D-9C96-7E67E70BF8FF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062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077A1-9EA1-49FA-E425-CC54F1672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761008D-3337-5E21-9705-45EAA94599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7086600" cy="944563"/>
          </a:xfrm>
        </p:spPr>
        <p:txBody>
          <a:bodyPr/>
          <a:lstStyle/>
          <a:p>
            <a:r>
              <a:rPr lang="vi-V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NĂM 1975</a:t>
            </a:r>
            <a:endParaRPr lang="en-US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E9F03DF-4EB0-4C17-B040-15DAB0A0D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" y="1878012"/>
            <a:ext cx="9296400" cy="4495800"/>
          </a:xfrm>
        </p:spPr>
        <p:txBody>
          <a:bodyPr/>
          <a:lstStyle/>
          <a:p>
            <a:r>
              <a:rPr lang="vi-VN" altLang="en-US" sz="3200" b="1" dirty="0">
                <a:solidFill>
                  <a:srgbClr val="C00000"/>
                </a:solidFill>
                <a:latin typeface="READEX PRO"/>
                <a:cs typeface="Times New Roman" panose="02020603050405020304" pitchFamily="18" charset="0"/>
              </a:rPr>
              <a:t>KHOA KHOA HỌC TỰ NHIÊN </a:t>
            </a:r>
          </a:p>
          <a:p>
            <a:pPr marL="0" indent="0">
              <a:buNone/>
            </a:pPr>
            <a:r>
              <a:rPr lang="vi-VN" altLang="en-US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	- </a:t>
            </a: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CÔNG TÁC ĐÀO TẠO </a:t>
            </a:r>
            <a:endParaRPr lang="vi-VN" altLang="en-US" dirty="0">
              <a:solidFill>
                <a:schemeClr val="tx1"/>
              </a:solidFill>
              <a:latin typeface="READEX PRO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altLang="en-US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		</a:t>
            </a: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+ ĐẠI HỌC : .....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		+ SĐH : .....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- CÔNG TÁC NCKH , BÁO CÁO CHUYÊN ĐỀ : ......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	- CÔNG TÁC ĐÀO TẠO VÀ BỒI DƯỠNG CÁN BỘ</a:t>
            </a:r>
            <a:r>
              <a:rPr lang="vi-V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:...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B9A6FA-D341-14A7-9BA0-C93DC9182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73812"/>
            <a:ext cx="2895600" cy="47625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vi-VN" altLang="en-US" sz="1800" b="1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altLang="en-US" sz="1800" b="1" i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0B9789-7148-97EA-2206-06F5CA89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63AB-74FF-4D4D-9C96-7E67E70BF8FF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1643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F9F92-BCA2-FC7B-9D31-67F360EE5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27959CA-5899-016A-10AB-05F0738EB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NĂM 1975</a:t>
            </a:r>
            <a:endParaRPr lang="en-US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3D1E09F-FE3D-A8DC-6A80-5E5BF4611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" y="1878012"/>
            <a:ext cx="9296400" cy="4495800"/>
          </a:xfrm>
        </p:spPr>
        <p:txBody>
          <a:bodyPr/>
          <a:lstStyle/>
          <a:p>
            <a:r>
              <a:rPr lang="vi-VN" altLang="en-US" sz="3200" dirty="0">
                <a:solidFill>
                  <a:srgbClr val="C00000"/>
                </a:solidFill>
                <a:latin typeface="READEX PRO"/>
                <a:cs typeface="Times New Roman" panose="02020603050405020304" pitchFamily="18" charset="0"/>
                <a:hlinkClick r:id="rId2"/>
              </a:rPr>
              <a:t>KHOA CNTT  &amp; TT</a:t>
            </a:r>
            <a:endParaRPr lang="vi-VN" altLang="en-US" sz="3200" dirty="0">
              <a:solidFill>
                <a:srgbClr val="C00000"/>
              </a:solidFill>
              <a:latin typeface="READEX PRO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altLang="en-US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- </a:t>
            </a: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ĐƯỢC THÀNH LẬP NĂM 1994 TRÊN CƠ SỞ TRUNG TÂM ĐIỆN TỬ VÀ TIN HỌC</a:t>
            </a:r>
          </a:p>
          <a:p>
            <a:pPr marL="0" indent="0">
              <a:buNone/>
            </a:pP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	- NHIỆM VỤ CỦA KHOA LÀ ĐÀO TẠO</a:t>
            </a:r>
          </a:p>
          <a:p>
            <a:pPr marL="0" indent="0">
              <a:buNone/>
            </a:pPr>
            <a:r>
              <a:rPr lang="vi-VN" altLang="en-US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 		+ </a:t>
            </a: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ĐẠI HỌC VÀ SAU ĐẠI HỌC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 		+ NCKH VÀ CHUYỂN GIAO CÔNG NGHỆ TRONG LĨNH VỰC CNTT&amp;TT</a:t>
            </a:r>
          </a:p>
          <a:p>
            <a:pPr marL="0" indent="0">
              <a:buNone/>
            </a:pPr>
            <a:endParaRPr lang="vi-V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5A8E2B-F9F0-8F87-821C-FB28473B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73812"/>
            <a:ext cx="2895600" cy="47625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vi-VN" altLang="en-US" sz="1800" b="1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altLang="en-US" sz="1800" b="1" i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3187CC-EEB1-AEBC-4DA8-E6756CD4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63AB-74FF-4D4D-9C96-7E67E70BF8FF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001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F72A-B19D-CA89-D0FA-208ACA56B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4864D1A-B4B5-E515-B341-30B480C18D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NĂM 1975</a:t>
            </a:r>
            <a:endParaRPr lang="en-US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4F71011-C3CC-453E-2ED1-8BD1E84D79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" y="1878012"/>
            <a:ext cx="9296400" cy="4495800"/>
          </a:xfrm>
        </p:spPr>
        <p:txBody>
          <a:bodyPr/>
          <a:lstStyle/>
          <a:p>
            <a:r>
              <a:rPr lang="vi-VN" altLang="en-US" sz="3200" dirty="0">
                <a:solidFill>
                  <a:srgbClr val="C00000"/>
                </a:solidFill>
                <a:latin typeface="READEX PRO"/>
                <a:cs typeface="Times New Roman" panose="02020603050405020304" pitchFamily="18" charset="0"/>
              </a:rPr>
              <a:t>KHOA CNTT  &amp; TT</a:t>
            </a:r>
          </a:p>
          <a:p>
            <a:pPr marL="0" indent="0">
              <a:buNone/>
            </a:pPr>
            <a:r>
              <a:rPr lang="vi-VN" altLang="en-US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- </a:t>
            </a: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TẦM NHÌN ĐẾN NĂM 2020</a:t>
            </a:r>
            <a:endParaRPr lang="vi-VN" altLang="en-US" dirty="0">
              <a:solidFill>
                <a:schemeClr val="tx1"/>
              </a:solidFill>
              <a:latin typeface="READEX PRO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altLang="en-US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		+ </a:t>
            </a: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ĐƠN VỊ ĐÀO TẠO VÀ 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		+ NGHIÊN CỨU VÀ KHOA HỌC VỀ CNTT&amp;TT MẠNH NHẤT CẢ NƯỚC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4C6392-AE8A-00F6-AC9D-2DABC111A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73812"/>
            <a:ext cx="2895600" cy="47625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vi-VN" altLang="en-US" sz="1800" b="1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altLang="en-US" sz="1800" b="1" i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EA3CAA-947D-19D2-50BC-78694B10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63AB-74FF-4D4D-9C96-7E67E70BF8FF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7284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86B90-0BAE-6123-C131-0F6D8293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12608EA-9E07-6E31-529E-DC81897FDD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NĂM 1975</a:t>
            </a:r>
            <a:endParaRPr lang="en-US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5E3F872-DE3B-AEC7-7DA7-ABF5E38BC1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" y="1878012"/>
            <a:ext cx="9296400" cy="4495800"/>
          </a:xfrm>
        </p:spPr>
        <p:txBody>
          <a:bodyPr/>
          <a:lstStyle/>
          <a:p>
            <a:r>
              <a:rPr lang="vi-VN" altLang="en-US" sz="3200" dirty="0">
                <a:solidFill>
                  <a:srgbClr val="C00000"/>
                </a:solidFill>
                <a:latin typeface="READEX PRO"/>
                <a:cs typeface="Times New Roman" panose="02020603050405020304" pitchFamily="18" charset="0"/>
              </a:rPr>
              <a:t>KHOA CNTT  &amp; TT</a:t>
            </a:r>
          </a:p>
          <a:p>
            <a:pPr marL="0" indent="0">
              <a:buNone/>
            </a:pPr>
            <a:r>
              <a:rPr lang="vi-VN" altLang="en-US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- </a:t>
            </a: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CÁC BỘ MÔN VÀ TRUNG TÂM </a:t>
            </a:r>
            <a:endParaRPr lang="vi-VN" altLang="en-US" dirty="0">
              <a:solidFill>
                <a:schemeClr val="tx1"/>
              </a:solidFill>
              <a:latin typeface="READEX PRO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altLang="en-US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		+ </a:t>
            </a: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BỘ MÔN HỆ THỐNG THÔNG TIN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 		+ BỘ MÔN MÁY TÍNH VÀ TRUYỀN THÔNG 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 		+ BỘ MÔN CÔNG NGHỆ PHẦN MỀM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 		+ BỘ MÔN KHOA HỌC MÁY TÍNH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109DED-8D9B-674F-5BFE-A229CC84E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73812"/>
            <a:ext cx="2895600" cy="47625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vi-VN" altLang="en-US" sz="1800" b="1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altLang="en-US" sz="1800" b="1" i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A7DEC1-9383-9A4D-92E5-449DE8C1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63AB-74FF-4D4D-9C96-7E67E70BF8FF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7583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E0C19-830E-7BCF-74E5-9C8B2FF5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887EC69-4995-0878-7A65-ED6B30CDD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NĂM 1975</a:t>
            </a:r>
            <a:endParaRPr lang="en-US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B8C4F34-A087-4B55-4471-9A14FEC711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" y="1878012"/>
            <a:ext cx="9296400" cy="4495800"/>
          </a:xfrm>
        </p:spPr>
        <p:txBody>
          <a:bodyPr/>
          <a:lstStyle/>
          <a:p>
            <a:r>
              <a:rPr lang="vi-VN" altLang="en-US" sz="3200" dirty="0">
                <a:solidFill>
                  <a:srgbClr val="C00000"/>
                </a:solidFill>
                <a:latin typeface="READEX PRO"/>
                <a:cs typeface="Times New Roman" panose="02020603050405020304" pitchFamily="18" charset="0"/>
              </a:rPr>
              <a:t>KHOA CNTT  &amp; TT</a:t>
            </a:r>
          </a:p>
          <a:p>
            <a:pPr marL="0" indent="0">
              <a:buNone/>
            </a:pPr>
            <a:r>
              <a:rPr lang="vi-VN" altLang="en-US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	 - </a:t>
            </a:r>
            <a:r>
              <a:rPr lang="vi-VN" altLang="en-US" sz="28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CÁC BỘ MÔN VÀ TRUNG TÂM</a:t>
            </a:r>
            <a:endParaRPr lang="vi-VN" altLang="en-US" dirty="0">
              <a:solidFill>
                <a:schemeClr val="tx1"/>
              </a:solidFill>
              <a:latin typeface="READEX PRO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altLang="en-US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 		+ </a:t>
            </a: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BỘ MÔN CÔNG NGHỆ THÔNG TIN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 		+ BỘ MÔN TIN HỌC ỨNG DỤNG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 		+ TỔ VĂN PHÒNG </a:t>
            </a:r>
          </a:p>
          <a:p>
            <a:pPr marL="0" indent="0">
              <a:buNone/>
            </a:pPr>
            <a:r>
              <a:rPr lang="vi-VN" altLang="en-US" sz="2400" dirty="0">
                <a:solidFill>
                  <a:schemeClr val="tx1"/>
                </a:solidFill>
                <a:latin typeface="READEX PRO"/>
                <a:cs typeface="Times New Roman" panose="02020603050405020304" pitchFamily="18" charset="0"/>
              </a:rPr>
              <a:t>       		+ TRUNG TÂM ĐIỆN TỬ &amp; TIN HỌC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477D43-74A3-C41D-0F89-F5A5C0189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73812"/>
            <a:ext cx="2895600" cy="47625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vi-VN" altLang="en-US" sz="1800" b="1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altLang="en-US" sz="1800" b="1" i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30214A-8283-C482-4B97-6FAFB6610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63AB-74FF-4D4D-9C96-7E67E70BF8FF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6582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FA9D6-1758-5646-CFD0-29C88A385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4CFBB659-9127-DE70-85A2-3F8297E39D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3004344"/>
            <a:ext cx="7924800" cy="1652588"/>
          </a:xfrm>
        </p:spPr>
        <p:txBody>
          <a:bodyPr/>
          <a:lstStyle/>
          <a:p>
            <a:pPr algn="ctr">
              <a:buFontTx/>
              <a:buNone/>
            </a:pPr>
            <a:r>
              <a:rPr lang="vi-VN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 ƠN SỰ CHÚ Ý CỦA QUÝ VỊ </a:t>
            </a:r>
            <a:endParaRPr lang="en-US" alt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EBA6ED-AB71-7816-76C4-0CB061F9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81750"/>
            <a:ext cx="3200400" cy="47625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vi-VN" altLang="en-US" sz="1800" b="1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altLang="en-US" sz="1800" b="1" i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AC825-5F33-DE97-5535-8F8903646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63AB-74FF-4D4D-9C96-7E67E70BF8FF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247053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751</Words>
  <Application>Microsoft Office PowerPoint</Application>
  <PresentationFormat>On-screen Show (4:3)</PresentationFormat>
  <Paragraphs>104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Aptos</vt:lpstr>
      <vt:lpstr>Arial</vt:lpstr>
      <vt:lpstr>K2D</vt:lpstr>
      <vt:lpstr>READEX PRO</vt:lpstr>
      <vt:lpstr>Times New Roman</vt:lpstr>
      <vt:lpstr>Default Design</vt:lpstr>
      <vt:lpstr>ĐẠI HỌC CẦN THƠ – QUÁ TRÌNH HÌNH THÀNH VÀ PHÁT TRIỂN </vt:lpstr>
      <vt:lpstr>Nội Dung</vt:lpstr>
      <vt:lpstr>Thời kỳ viện Đại Học Cần Thơ (1966-1975)</vt:lpstr>
      <vt:lpstr>PowerPoint Presentation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PowerPoint Presentation</vt:lpstr>
      <vt:lpstr>KHTN</vt:lpstr>
      <vt:lpstr>CNTT</vt:lpstr>
    </vt:vector>
  </TitlesOfParts>
  <Company>CANTHO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LRC</dc:creator>
  <cp:lastModifiedBy>Huynh Dinh Hoang Linh - B2604654</cp:lastModifiedBy>
  <cp:revision>54</cp:revision>
  <dcterms:created xsi:type="dcterms:W3CDTF">2008-08-06T06:37:20Z</dcterms:created>
  <dcterms:modified xsi:type="dcterms:W3CDTF">2026-09-24T17:26:50Z</dcterms:modified>
</cp:coreProperties>
</file>